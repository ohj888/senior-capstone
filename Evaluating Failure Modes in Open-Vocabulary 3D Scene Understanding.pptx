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9"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y="5143500" cx="9144000"/>
  <p:notesSz cx="6858000" cy="9144000"/>
  <p:embeddedFontLst>
    <p:embeddedFont>
      <p:font typeface="Lexend Light"/>
      <p:regular r:id="rId14"/>
      <p:bold r:id="rId15"/>
    </p:embeddedFont>
    <p:embeddedFont>
      <p:font typeface="Lexend"/>
      <p:regular r:id="rId16"/>
      <p:bold r:id="rId17"/>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font" Target="fonts/LexendLight-bold.fntdata"/><Relationship Id="rId14" Type="http://schemas.openxmlformats.org/officeDocument/2006/relationships/font" Target="fonts/LexendLight-regular.fntdata"/><Relationship Id="rId17" Type="http://schemas.openxmlformats.org/officeDocument/2006/relationships/font" Target="fonts/Lexend-bold.fntdata"/><Relationship Id="rId16" Type="http://schemas.openxmlformats.org/officeDocument/2006/relationships/font" Target="fonts/Lexend-regular.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1" name="Shape 1861"/>
        <p:cNvGrpSpPr/>
        <p:nvPr/>
      </p:nvGrpSpPr>
      <p:grpSpPr>
        <a:xfrm>
          <a:off x="0" y="0"/>
          <a:ext cx="0" cy="0"/>
          <a:chOff x="0" y="0"/>
          <a:chExt cx="0" cy="0"/>
        </a:xfrm>
      </p:grpSpPr>
      <p:sp>
        <p:nvSpPr>
          <p:cNvPr id="1862" name="Google Shape;1862;h29b3c437c56e5ffa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3" name="Google Shape;1863;h29b3c437c56e5ffa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98" name="Shape 1898"/>
        <p:cNvGrpSpPr/>
        <p:nvPr/>
      </p:nvGrpSpPr>
      <p:grpSpPr>
        <a:xfrm>
          <a:off x="0" y="0"/>
          <a:ext cx="0" cy="0"/>
          <a:chOff x="0" y="0"/>
          <a:chExt cx="0" cy="0"/>
        </a:xfrm>
      </p:grpSpPr>
      <p:sp>
        <p:nvSpPr>
          <p:cNvPr id="1899" name="Google Shape;1899;h29b3c437c56e5ffa_0_1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00" name="Google Shape;1900;h29b3c437c56e5ffa_0_1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6" name="Shape 1916"/>
        <p:cNvGrpSpPr/>
        <p:nvPr/>
      </p:nvGrpSpPr>
      <p:grpSpPr>
        <a:xfrm>
          <a:off x="0" y="0"/>
          <a:ext cx="0" cy="0"/>
          <a:chOff x="0" y="0"/>
          <a:chExt cx="0" cy="0"/>
        </a:xfrm>
      </p:grpSpPr>
      <p:sp>
        <p:nvSpPr>
          <p:cNvPr id="1917" name="Google Shape;1917;h29b3c437c56e5ffa_0_3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18" name="Google Shape;1918;h29b3c437c56e5ffa_0_3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2" name="Shape 1942"/>
        <p:cNvGrpSpPr/>
        <p:nvPr/>
      </p:nvGrpSpPr>
      <p:grpSpPr>
        <a:xfrm>
          <a:off x="0" y="0"/>
          <a:ext cx="0" cy="0"/>
          <a:chOff x="0" y="0"/>
          <a:chExt cx="0" cy="0"/>
        </a:xfrm>
      </p:grpSpPr>
      <p:sp>
        <p:nvSpPr>
          <p:cNvPr id="1943" name="Google Shape;1943;h29b3c437c56e5ffa_0_2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44" name="Google Shape;1944;h29b3c437c56e5ffa_0_2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59" name="Shape 1959"/>
        <p:cNvGrpSpPr/>
        <p:nvPr/>
      </p:nvGrpSpPr>
      <p:grpSpPr>
        <a:xfrm>
          <a:off x="0" y="0"/>
          <a:ext cx="0" cy="0"/>
          <a:chOff x="0" y="0"/>
          <a:chExt cx="0" cy="0"/>
        </a:xfrm>
      </p:grpSpPr>
      <p:sp>
        <p:nvSpPr>
          <p:cNvPr id="1960" name="Google Shape;1960;h29b3c437c56e5ffa_0_4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1" name="Google Shape;1961;h29b3c437c56e5ffa_0_4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67" name="Shape 1967"/>
        <p:cNvGrpSpPr/>
        <p:nvPr/>
      </p:nvGrpSpPr>
      <p:grpSpPr>
        <a:xfrm>
          <a:off x="0" y="0"/>
          <a:ext cx="0" cy="0"/>
          <a:chOff x="0" y="0"/>
          <a:chExt cx="0" cy="0"/>
        </a:xfrm>
      </p:grpSpPr>
      <p:sp>
        <p:nvSpPr>
          <p:cNvPr id="1968" name="Google Shape;1968;h29b3c437c56e5ffa_0_2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69" name="Google Shape;1969;h29b3c437c56e5ffa_0_2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86" name="Shape 1986"/>
        <p:cNvGrpSpPr/>
        <p:nvPr/>
      </p:nvGrpSpPr>
      <p:grpSpPr>
        <a:xfrm>
          <a:off x="0" y="0"/>
          <a:ext cx="0" cy="0"/>
          <a:chOff x="0" y="0"/>
          <a:chExt cx="0" cy="0"/>
        </a:xfrm>
      </p:grpSpPr>
      <p:sp>
        <p:nvSpPr>
          <p:cNvPr id="1987" name="Google Shape;1987;h29b3c437c56e5ffa_0_10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88" name="Google Shape;1988;h29b3c437c56e5ffa_0_10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9" name="Shape 1999"/>
        <p:cNvGrpSpPr/>
        <p:nvPr/>
      </p:nvGrpSpPr>
      <p:grpSpPr>
        <a:xfrm>
          <a:off x="0" y="0"/>
          <a:ext cx="0" cy="0"/>
          <a:chOff x="0" y="0"/>
          <a:chExt cx="0" cy="0"/>
        </a:xfrm>
      </p:grpSpPr>
      <p:sp>
        <p:nvSpPr>
          <p:cNvPr id="2000" name="Google Shape;2000;h2cd4370641d4562a_14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001" name="Google Shape;2001;h2cd4370641d4562a_14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olid with header">
  <p:cSld name="CUSTOM">
    <p:spTree>
      <p:nvGrpSpPr>
        <p:cNvPr id="9" name="Shape 9"/>
        <p:cNvGrpSpPr/>
        <p:nvPr/>
      </p:nvGrpSpPr>
      <p:grpSpPr>
        <a:xfrm>
          <a:off x="0" y="0"/>
          <a:ext cx="0" cy="0"/>
          <a:chOff x="0" y="0"/>
          <a:chExt cx="0" cy="0"/>
        </a:xfrm>
      </p:grpSpPr>
      <p:sp>
        <p:nvSpPr>
          <p:cNvPr id="10" name="Google Shape;10;p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 name="Google Shape;11;p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2" name="Google Shape;12;p2"/>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3" name="Google Shape;13;p2"/>
          <p:cNvSpPr txBox="1"/>
          <p:nvPr>
            <p:ph idx="2"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 name="Google Shape;14;p2"/>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 name="Google Shape;15;p2"/>
          <p:cNvSpPr txBox="1"/>
          <p:nvPr>
            <p:ph idx="3"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6" name="Google Shape;16;p2"/>
          <p:cNvSpPr txBox="1"/>
          <p:nvPr>
            <p:ph idx="4"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3168">
          <p15:clr>
            <a:srgbClr val="E46962"/>
          </p15:clr>
        </p15:guide>
        <p15:guide id="3" orient="horz" pos="936">
          <p15:clr>
            <a:srgbClr val="E46962"/>
          </p15:clr>
        </p15:guide>
      </p15:sldGuideLst>
    </p:ext>
  </p:extLs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grid with header">
  <p:cSld name="CUSTOM_1">
    <p:spTree>
      <p:nvGrpSpPr>
        <p:cNvPr id="17" name="Shape 17"/>
        <p:cNvGrpSpPr/>
        <p:nvPr/>
      </p:nvGrpSpPr>
      <p:grpSpPr>
        <a:xfrm>
          <a:off x="0" y="0"/>
          <a:ext cx="0" cy="0"/>
          <a:chOff x="0" y="0"/>
          <a:chExt cx="0" cy="0"/>
        </a:xfrm>
      </p:grpSpPr>
      <p:grpSp>
        <p:nvGrpSpPr>
          <p:cNvPr id="18" name="Google Shape;18;p3"/>
          <p:cNvGrpSpPr/>
          <p:nvPr/>
        </p:nvGrpSpPr>
        <p:grpSpPr>
          <a:xfrm>
            <a:off x="-6096" y="-3429"/>
            <a:ext cx="9156192" cy="5150358"/>
            <a:chOff x="0" y="0"/>
            <a:chExt cx="12192000" cy="6858000"/>
          </a:xfrm>
        </p:grpSpPr>
        <p:sp>
          <p:nvSpPr>
            <p:cNvPr id="19" name="Google Shape;19;p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 name="Google Shape;20;p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 name="Google Shape;21;p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 name="Google Shape;22;p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 name="Google Shape;23;p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 name="Google Shape;24;p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 name="Google Shape;25;p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 name="Google Shape;26;p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 name="Google Shape;27;p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 name="Google Shape;28;p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 name="Google Shape;29;p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 name="Google Shape;30;p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 name="Google Shape;31;p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 name="Google Shape;32;p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 name="Google Shape;33;p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 name="Google Shape;34;p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 name="Google Shape;35;p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 name="Google Shape;36;p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 name="Google Shape;37;p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 name="Google Shape;38;p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 name="Google Shape;39;p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 name="Google Shape;40;p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 name="Google Shape;41;p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 name="Google Shape;42;p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 name="Google Shape;43;p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 name="Google Shape;44;p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 name="Google Shape;45;p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 name="Google Shape;46;p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 name="Google Shape;47;p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 name="Google Shape;48;p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 name="Google Shape;49;p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 name="Google Shape;50;p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 name="Google Shape;51;p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 name="Google Shape;52;p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 name="Google Shape;53;p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 name="Google Shape;54;p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 name="Google Shape;55;p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 name="Google Shape;56;p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 name="Google Shape;57;p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 name="Google Shape;58;p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 name="Google Shape;59;p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 name="Google Shape;60;p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 name="Google Shape;61;p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 name="Google Shape;62;p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 name="Google Shape;63;p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 name="Google Shape;64;p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 name="Google Shape;65;p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 name="Google Shape;66;p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 name="Google Shape;67;p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 name="Google Shape;68;p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 name="Google Shape;69;p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 name="Google Shape;70;p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 name="Google Shape;71;p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 name="Google Shape;72;p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 name="Google Shape;73;p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 name="Google Shape;74;p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 name="Google Shape;75;p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 name="Google Shape;76;p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 name="Google Shape;77;p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8" name="Google Shape;78;p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9" name="Google Shape;79;p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80" name="Google Shape;80;p3"/>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1" name="Google Shape;81;p3"/>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82" name="Google Shape;82;p3"/>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83" name="Google Shape;83;p3"/>
          <p:cNvSpPr txBox="1"/>
          <p:nvPr>
            <p:ph idx="4" type="subTitle"/>
          </p:nvPr>
        </p:nvSpPr>
        <p:spPr>
          <a:xfrm>
            <a:off x="5767125" y="57270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4" name="Google Shape;84;p3"/>
          <p:cNvSpPr txBox="1"/>
          <p:nvPr>
            <p:ph type="title"/>
          </p:nvPr>
        </p:nvSpPr>
        <p:spPr>
          <a:xfrm>
            <a:off x="208725" y="344175"/>
            <a:ext cx="5340900" cy="18183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sldGuideLst>
    </p:ext>
  </p:extLs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with header">
  <p:cSld name="CUSTOM_1_1">
    <p:spTree>
      <p:nvGrpSpPr>
        <p:cNvPr id="85" name="Shape 85"/>
        <p:cNvGrpSpPr/>
        <p:nvPr/>
      </p:nvGrpSpPr>
      <p:grpSpPr>
        <a:xfrm>
          <a:off x="0" y="0"/>
          <a:ext cx="0" cy="0"/>
          <a:chOff x="0" y="0"/>
          <a:chExt cx="0" cy="0"/>
        </a:xfrm>
      </p:grpSpPr>
      <p:grpSp>
        <p:nvGrpSpPr>
          <p:cNvPr id="86" name="Google Shape;86;p4"/>
          <p:cNvGrpSpPr/>
          <p:nvPr/>
        </p:nvGrpSpPr>
        <p:grpSpPr>
          <a:xfrm>
            <a:off x="-6096" y="-3429"/>
            <a:ext cx="9156192" cy="5150358"/>
            <a:chOff x="0" y="0"/>
            <a:chExt cx="12192000" cy="6858000"/>
          </a:xfrm>
        </p:grpSpPr>
        <p:sp>
          <p:nvSpPr>
            <p:cNvPr id="87" name="Google Shape;87;p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 name="Google Shape;88;p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 name="Google Shape;89;p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 name="Google Shape;90;p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 name="Google Shape;91;p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 name="Google Shape;92;p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 name="Google Shape;93;p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 name="Google Shape;94;p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 name="Google Shape;95;p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 name="Google Shape;96;p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 name="Google Shape;97;p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 name="Google Shape;98;p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 name="Google Shape;99;p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 name="Google Shape;100;p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 name="Google Shape;101;p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 name="Google Shape;102;p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 name="Google Shape;103;p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 name="Google Shape;104;p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 name="Google Shape;105;p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 name="Google Shape;106;p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 name="Google Shape;107;p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 name="Google Shape;108;p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 name="Google Shape;109;p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 name="Google Shape;110;p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 name="Google Shape;111;p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 name="Google Shape;112;p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 name="Google Shape;113;p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 name="Google Shape;114;p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 name="Google Shape;115;p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 name="Google Shape;116;p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 name="Google Shape;117;p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 name="Google Shape;118;p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 name="Google Shape;119;p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 name="Google Shape;120;p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 name="Google Shape;121;p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 name="Google Shape;122;p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 name="Google Shape;123;p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 name="Google Shape;124;p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 name="Google Shape;125;p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 name="Google Shape;126;p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 name="Google Shape;127;p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 name="Google Shape;128;p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 name="Google Shape;129;p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 name="Google Shape;130;p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 name="Google Shape;131;p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 name="Google Shape;132;p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 name="Google Shape;133;p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 name="Google Shape;134;p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 name="Google Shape;135;p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6" name="Google Shape;136;p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 name="Google Shape;137;p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 name="Google Shape;138;p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 name="Google Shape;139;p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 name="Google Shape;140;p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 name="Google Shape;141;p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 name="Google Shape;142;p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3" name="Google Shape;143;p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 name="Google Shape;144;p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 name="Google Shape;145;p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6" name="Google Shape;146;p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7" name="Google Shape;147;p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148" name="Google Shape;148;p4"/>
          <p:cNvSpPr txBox="1"/>
          <p:nvPr>
            <p:ph type="title"/>
          </p:nvPr>
        </p:nvSpPr>
        <p:spPr>
          <a:xfrm>
            <a:off x="1579100" y="491225"/>
            <a:ext cx="4966200" cy="7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9" name="Google Shape;149;p4"/>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0" name="Google Shape;150;p4"/>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151" name="Google Shape;151;p4"/>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5688">
          <p15:clr>
            <a:srgbClr val="E46962"/>
          </p15:clr>
        </p15:guide>
        <p15:guide id="2" orient="horz" pos="72">
          <p15:clr>
            <a:srgbClr val="E46962"/>
          </p15:clr>
        </p15:guide>
        <p15:guide id="3" orient="horz" pos="3168">
          <p15:clr>
            <a:srgbClr val="E46962"/>
          </p15:clr>
        </p15:guide>
        <p15:guide id="4" orient="horz" pos="720">
          <p15:clr>
            <a:srgbClr val="E46962"/>
          </p15:clr>
        </p15:guide>
      </p15:sldGuideLst>
    </p:ext>
  </p:extLs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lumns with header">
  <p:cSld name="CUSTOM_1_1_1_1">
    <p:spTree>
      <p:nvGrpSpPr>
        <p:cNvPr id="152" name="Shape 152"/>
        <p:cNvGrpSpPr/>
        <p:nvPr/>
      </p:nvGrpSpPr>
      <p:grpSpPr>
        <a:xfrm>
          <a:off x="0" y="0"/>
          <a:ext cx="0" cy="0"/>
          <a:chOff x="0" y="0"/>
          <a:chExt cx="0" cy="0"/>
        </a:xfrm>
      </p:grpSpPr>
      <p:grpSp>
        <p:nvGrpSpPr>
          <p:cNvPr id="153" name="Google Shape;153;p5"/>
          <p:cNvGrpSpPr/>
          <p:nvPr/>
        </p:nvGrpSpPr>
        <p:grpSpPr>
          <a:xfrm>
            <a:off x="-6096" y="-3429"/>
            <a:ext cx="9156192" cy="5150358"/>
            <a:chOff x="0" y="0"/>
            <a:chExt cx="12192000" cy="6858000"/>
          </a:xfrm>
        </p:grpSpPr>
        <p:sp>
          <p:nvSpPr>
            <p:cNvPr id="154" name="Google Shape;154;p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 name="Google Shape;155;p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 name="Google Shape;156;p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 name="Google Shape;157;p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 name="Google Shape;158;p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 name="Google Shape;159;p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 name="Google Shape;160;p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 name="Google Shape;161;p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 name="Google Shape;162;p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 name="Google Shape;163;p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4" name="Google Shape;164;p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 name="Google Shape;165;p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 name="Google Shape;166;p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 name="Google Shape;167;p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 name="Google Shape;168;p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 name="Google Shape;169;p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 name="Google Shape;170;p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1" name="Google Shape;171;p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 name="Google Shape;172;p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 name="Google Shape;173;p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 name="Google Shape;174;p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 name="Google Shape;175;p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 name="Google Shape;176;p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 name="Google Shape;177;p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 name="Google Shape;178;p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 name="Google Shape;179;p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 name="Google Shape;180;p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 name="Google Shape;181;p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 name="Google Shape;182;p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 name="Google Shape;183;p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 name="Google Shape;184;p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5" name="Google Shape;185;p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6" name="Google Shape;186;p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 name="Google Shape;187;p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 name="Google Shape;188;p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 name="Google Shape;189;p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0" name="Google Shape;190;p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1" name="Google Shape;191;p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2" name="Google Shape;192;p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3" name="Google Shape;193;p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4" name="Google Shape;194;p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5" name="Google Shape;195;p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6" name="Google Shape;196;p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7" name="Google Shape;197;p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8" name="Google Shape;198;p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99" name="Google Shape;199;p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0" name="Google Shape;200;p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1" name="Google Shape;201;p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2" name="Google Shape;202;p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3" name="Google Shape;203;p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4" name="Google Shape;204;p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5" name="Google Shape;205;p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6" name="Google Shape;206;p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7" name="Google Shape;207;p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8" name="Google Shape;208;p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09" name="Google Shape;209;p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0" name="Google Shape;210;p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1" name="Google Shape;211;p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12" name="Google Shape;212;p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13" name="Google Shape;213;p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14" name="Google Shape;214;p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15" name="Google Shape;215;p5"/>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6" name="Google Shape;216;p5"/>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17" name="Google Shape;217;p5"/>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18" name="Google Shape;218;p5"/>
          <p:cNvSpPr txBox="1"/>
          <p:nvPr>
            <p:ph idx="4" type="subTitle"/>
          </p:nvPr>
        </p:nvSpPr>
        <p:spPr>
          <a:xfrm>
            <a:off x="516425" y="2548200"/>
            <a:ext cx="37362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9" name="Google Shape;219;p5"/>
          <p:cNvSpPr txBox="1"/>
          <p:nvPr>
            <p:ph idx="5" type="subTitle"/>
          </p:nvPr>
        </p:nvSpPr>
        <p:spPr>
          <a:xfrm>
            <a:off x="5128850" y="2548200"/>
            <a:ext cx="3679500" cy="1277100"/>
          </a:xfrm>
          <a:prstGeom prst="rect">
            <a:avLst/>
          </a:prstGeom>
        </p:spPr>
        <p:txBody>
          <a:bodyPr anchorCtr="0" anchor="t" bIns="91425" lIns="91425" spcFirstLastPara="1" rIns="91425" wrap="square" tIns="91425">
            <a:sp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0" name="Google Shape;220;p5"/>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images">
  <p:cSld name="CUSTOM_1_1_1_1_1">
    <p:spTree>
      <p:nvGrpSpPr>
        <p:cNvPr id="221" name="Shape 221"/>
        <p:cNvGrpSpPr/>
        <p:nvPr/>
      </p:nvGrpSpPr>
      <p:grpSpPr>
        <a:xfrm>
          <a:off x="0" y="0"/>
          <a:ext cx="0" cy="0"/>
          <a:chOff x="0" y="0"/>
          <a:chExt cx="0" cy="0"/>
        </a:xfrm>
      </p:grpSpPr>
      <p:grpSp>
        <p:nvGrpSpPr>
          <p:cNvPr id="222" name="Google Shape;222;p6"/>
          <p:cNvGrpSpPr/>
          <p:nvPr/>
        </p:nvGrpSpPr>
        <p:grpSpPr>
          <a:xfrm>
            <a:off x="-6096" y="-3429"/>
            <a:ext cx="9156192" cy="5150358"/>
            <a:chOff x="0" y="0"/>
            <a:chExt cx="12192000" cy="6858000"/>
          </a:xfrm>
        </p:grpSpPr>
        <p:sp>
          <p:nvSpPr>
            <p:cNvPr id="223" name="Google Shape;223;p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4" name="Google Shape;224;p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5" name="Google Shape;225;p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6" name="Google Shape;226;p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7" name="Google Shape;227;p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8" name="Google Shape;228;p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29" name="Google Shape;229;p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0" name="Google Shape;230;p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1" name="Google Shape;231;p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2" name="Google Shape;232;p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3" name="Google Shape;233;p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4" name="Google Shape;234;p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5" name="Google Shape;235;p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6" name="Google Shape;236;p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7" name="Google Shape;237;p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8" name="Google Shape;238;p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39" name="Google Shape;239;p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0" name="Google Shape;240;p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1" name="Google Shape;241;p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2" name="Google Shape;242;p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3" name="Google Shape;243;p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4" name="Google Shape;244;p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5" name="Google Shape;245;p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6" name="Google Shape;246;p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7" name="Google Shape;247;p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8" name="Google Shape;248;p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49" name="Google Shape;249;p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0" name="Google Shape;250;p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1" name="Google Shape;251;p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2" name="Google Shape;252;p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3" name="Google Shape;253;p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4" name="Google Shape;254;p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5" name="Google Shape;255;p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6" name="Google Shape;256;p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7" name="Google Shape;257;p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8" name="Google Shape;258;p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59" name="Google Shape;259;p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0" name="Google Shape;260;p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1" name="Google Shape;261;p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2" name="Google Shape;262;p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3" name="Google Shape;263;p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4" name="Google Shape;264;p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5" name="Google Shape;265;p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6" name="Google Shape;266;p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7" name="Google Shape;267;p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8" name="Google Shape;268;p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69" name="Google Shape;269;p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0" name="Google Shape;270;p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1" name="Google Shape;271;p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2" name="Google Shape;272;p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3" name="Google Shape;273;p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4" name="Google Shape;274;p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5" name="Google Shape;275;p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6" name="Google Shape;276;p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7" name="Google Shape;277;p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8" name="Google Shape;278;p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79" name="Google Shape;279;p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0" name="Google Shape;280;p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81" name="Google Shape;281;p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282" name="Google Shape;282;p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283" name="Google Shape;283;p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284" name="Google Shape;284;p6"/>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5" name="Google Shape;285;p6"/>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286" name="Google Shape;286;p6"/>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287" name="Google Shape;287;p6"/>
          <p:cNvSpPr txBox="1"/>
          <p:nvPr>
            <p:ph type="title"/>
          </p:nvPr>
        </p:nvSpPr>
        <p:spPr>
          <a:xfrm>
            <a:off x="209775" y="468575"/>
            <a:ext cx="6048900" cy="1437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column boxes with header">
  <p:cSld name="CUSTOM_1_1_1_1_1_1">
    <p:spTree>
      <p:nvGrpSpPr>
        <p:cNvPr id="288" name="Shape 288"/>
        <p:cNvGrpSpPr/>
        <p:nvPr/>
      </p:nvGrpSpPr>
      <p:grpSpPr>
        <a:xfrm>
          <a:off x="0" y="0"/>
          <a:ext cx="0" cy="0"/>
          <a:chOff x="0" y="0"/>
          <a:chExt cx="0" cy="0"/>
        </a:xfrm>
      </p:grpSpPr>
      <p:grpSp>
        <p:nvGrpSpPr>
          <p:cNvPr id="289" name="Google Shape;289;p7"/>
          <p:cNvGrpSpPr/>
          <p:nvPr/>
        </p:nvGrpSpPr>
        <p:grpSpPr>
          <a:xfrm>
            <a:off x="-6096" y="-3429"/>
            <a:ext cx="9156192" cy="5150358"/>
            <a:chOff x="0" y="0"/>
            <a:chExt cx="12192000" cy="6858000"/>
          </a:xfrm>
        </p:grpSpPr>
        <p:sp>
          <p:nvSpPr>
            <p:cNvPr id="290" name="Google Shape;290;p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1" name="Google Shape;291;p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2" name="Google Shape;292;p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3" name="Google Shape;293;p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4" name="Google Shape;294;p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5" name="Google Shape;295;p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6" name="Google Shape;296;p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7" name="Google Shape;297;p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8" name="Google Shape;298;p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299" name="Google Shape;299;p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0" name="Google Shape;300;p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1" name="Google Shape;301;p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2" name="Google Shape;302;p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3" name="Google Shape;303;p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4" name="Google Shape;304;p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5" name="Google Shape;305;p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6" name="Google Shape;306;p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7" name="Google Shape;307;p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8" name="Google Shape;308;p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09" name="Google Shape;309;p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0" name="Google Shape;310;p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1" name="Google Shape;311;p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2" name="Google Shape;312;p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3" name="Google Shape;313;p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4" name="Google Shape;314;p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5" name="Google Shape;315;p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6" name="Google Shape;316;p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7" name="Google Shape;317;p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8" name="Google Shape;318;p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19" name="Google Shape;319;p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0" name="Google Shape;320;p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1" name="Google Shape;321;p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2" name="Google Shape;322;p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3" name="Google Shape;323;p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4" name="Google Shape;324;p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5" name="Google Shape;325;p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6" name="Google Shape;326;p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7" name="Google Shape;327;p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8" name="Google Shape;328;p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29" name="Google Shape;329;p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0" name="Google Shape;330;p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1" name="Google Shape;331;p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2" name="Google Shape;332;p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3" name="Google Shape;333;p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4" name="Google Shape;334;p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5" name="Google Shape;335;p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6" name="Google Shape;336;p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7" name="Google Shape;337;p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8" name="Google Shape;338;p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39" name="Google Shape;339;p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0" name="Google Shape;340;p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1" name="Google Shape;341;p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2" name="Google Shape;342;p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3" name="Google Shape;343;p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4" name="Google Shape;344;p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5" name="Google Shape;345;p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6" name="Google Shape;346;p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7" name="Google Shape;347;p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48" name="Google Shape;348;p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349" name="Google Shape;349;p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50" name="Google Shape;350;p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
        <p:nvSpPr>
          <p:cNvPr id="351" name="Google Shape;351;p7"/>
          <p:cNvSpPr txBox="1"/>
          <p:nvPr>
            <p:ph type="title"/>
          </p:nvPr>
        </p:nvSpPr>
        <p:spPr>
          <a:xfrm>
            <a:off x="209775" y="468575"/>
            <a:ext cx="5016000" cy="13854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52" name="Google Shape;352;p7"/>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3" name="Google Shape;353;p7"/>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354" name="Google Shape;354;p7"/>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ext boxes with header">
  <p:cSld name="CUSTOM_1_1_1_1_1_1_1_1">
    <p:spTree>
      <p:nvGrpSpPr>
        <p:cNvPr id="355" name="Shape 355"/>
        <p:cNvGrpSpPr/>
        <p:nvPr/>
      </p:nvGrpSpPr>
      <p:grpSpPr>
        <a:xfrm>
          <a:off x="0" y="0"/>
          <a:ext cx="0" cy="0"/>
          <a:chOff x="0" y="0"/>
          <a:chExt cx="0" cy="0"/>
        </a:xfrm>
      </p:grpSpPr>
      <p:grpSp>
        <p:nvGrpSpPr>
          <p:cNvPr id="356" name="Google Shape;356;p8"/>
          <p:cNvGrpSpPr/>
          <p:nvPr/>
        </p:nvGrpSpPr>
        <p:grpSpPr>
          <a:xfrm>
            <a:off x="-6096" y="-3429"/>
            <a:ext cx="9156192" cy="5150358"/>
            <a:chOff x="0" y="0"/>
            <a:chExt cx="12192000" cy="6858000"/>
          </a:xfrm>
        </p:grpSpPr>
        <p:sp>
          <p:nvSpPr>
            <p:cNvPr id="357" name="Google Shape;357;p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8" name="Google Shape;358;p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59" name="Google Shape;359;p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0" name="Google Shape;360;p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1" name="Google Shape;361;p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2" name="Google Shape;362;p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3" name="Google Shape;363;p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4" name="Google Shape;364;p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5" name="Google Shape;365;p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6" name="Google Shape;366;p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7" name="Google Shape;367;p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8" name="Google Shape;368;p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69" name="Google Shape;369;p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0" name="Google Shape;370;p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1" name="Google Shape;371;p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2" name="Google Shape;372;p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3" name="Google Shape;373;p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4" name="Google Shape;374;p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5" name="Google Shape;375;p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6" name="Google Shape;376;p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7" name="Google Shape;377;p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8" name="Google Shape;378;p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79" name="Google Shape;379;p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0" name="Google Shape;380;p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1" name="Google Shape;381;p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2" name="Google Shape;382;p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3" name="Google Shape;383;p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4" name="Google Shape;384;p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5" name="Google Shape;385;p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6" name="Google Shape;386;p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7" name="Google Shape;387;p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8" name="Google Shape;388;p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89" name="Google Shape;389;p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0" name="Google Shape;390;p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1" name="Google Shape;391;p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2" name="Google Shape;392;p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3" name="Google Shape;393;p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4" name="Google Shape;394;p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5" name="Google Shape;395;p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6" name="Google Shape;396;p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7" name="Google Shape;397;p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8" name="Google Shape;398;p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399" name="Google Shape;399;p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0" name="Google Shape;400;p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1" name="Google Shape;401;p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2" name="Google Shape;402;p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3" name="Google Shape;403;p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4" name="Google Shape;404;p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5" name="Google Shape;405;p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6" name="Google Shape;406;p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7" name="Google Shape;407;p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8" name="Google Shape;408;p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09" name="Google Shape;409;p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0" name="Google Shape;410;p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1" name="Google Shape;411;p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2" name="Google Shape;412;p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3" name="Google Shape;413;p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4" name="Google Shape;414;p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15" name="Google Shape;415;p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16" name="Google Shape;416;p8"/>
          <p:cNvSpPr txBox="1"/>
          <p:nvPr>
            <p:ph type="title"/>
          </p:nvPr>
        </p:nvSpPr>
        <p:spPr>
          <a:xfrm>
            <a:off x="209775" y="468575"/>
            <a:ext cx="5016000" cy="6330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17" name="Google Shape;417;p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18" name="Google Shape;418;p8"/>
          <p:cNvSpPr txBox="1"/>
          <p:nvPr/>
        </p:nvSpPr>
        <p:spPr>
          <a:xfrm>
            <a:off x="0" y="-39600"/>
            <a:ext cx="2631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800">
                <a:solidFill>
                  <a:schemeClr val="lt1"/>
                </a:solidFill>
                <a:latin typeface="Lexend"/>
                <a:ea typeface="Lexend"/>
                <a:cs typeface="Lexend"/>
                <a:sym typeface="Lexend"/>
              </a:rPr>
              <a:t>▶ </a:t>
            </a:r>
            <a:endParaRPr b="1" sz="800">
              <a:solidFill>
                <a:schemeClr val="lt1"/>
              </a:solidFill>
              <a:latin typeface="Lexend"/>
              <a:ea typeface="Lexend"/>
              <a:cs typeface="Lexend"/>
              <a:sym typeface="Lexend"/>
            </a:endParaRPr>
          </a:p>
        </p:txBody>
      </p:sp>
      <p:sp>
        <p:nvSpPr>
          <p:cNvPr id="419" name="Google Shape;419;p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0" name="Google Shape;420;p8"/>
          <p:cNvSpPr txBox="1"/>
          <p:nvPr>
            <p:ph idx="1" type="body"/>
          </p:nvPr>
        </p:nvSpPr>
        <p:spPr>
          <a:xfrm>
            <a:off x="7895425" y="-39600"/>
            <a:ext cx="1138500" cy="337200"/>
          </a:xfrm>
          <a:prstGeom prst="rect">
            <a:avLst/>
          </a:prstGeom>
        </p:spPr>
        <p:txBody>
          <a:bodyPr anchorCtr="0" anchor="t" bIns="91425" lIns="91425" spcFirstLastPara="1" rIns="91425" wrap="square" tIns="91425">
            <a:spAutoFit/>
          </a:bodyPr>
          <a:lstStyle>
            <a:lvl1pPr indent="-279400" lvl="0" marL="457200" algn="r">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1" name="Google Shape;421;p8"/>
          <p:cNvSpPr txBox="1"/>
          <p:nvPr>
            <p:ph idx="2" type="body"/>
          </p:nvPr>
        </p:nvSpPr>
        <p:spPr>
          <a:xfrm>
            <a:off x="167325" y="-39600"/>
            <a:ext cx="11697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1pPr>
            <a:lvl2pPr indent="-279400" lvl="1" marL="914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2pPr>
            <a:lvl3pPr indent="-279400" lvl="2" marL="1371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3pPr>
            <a:lvl4pPr indent="-279400" lvl="3" marL="1828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4pPr>
            <a:lvl5pPr indent="-279400" lvl="4" marL="22860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5pPr>
            <a:lvl6pPr indent="-279400" lvl="5" marL="27432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6pPr>
            <a:lvl7pPr indent="-279400" lvl="6" marL="32004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7pPr>
            <a:lvl8pPr indent="-279400" lvl="7" marL="36576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8pPr>
            <a:lvl9pPr indent="-279400" lvl="8" marL="4114800">
              <a:spcBef>
                <a:spcPts val="0"/>
              </a:spcBef>
              <a:spcAft>
                <a:spcPts val="0"/>
              </a:spcAft>
              <a:buClr>
                <a:schemeClr val="lt1"/>
              </a:buClr>
              <a:buSzPts val="800"/>
              <a:buFont typeface="Lexend"/>
              <a:buChar char="■"/>
              <a:defRPr>
                <a:solidFill>
                  <a:schemeClr val="lt1"/>
                </a:solidFill>
                <a:latin typeface="Lexend"/>
                <a:ea typeface="Lexend"/>
                <a:cs typeface="Lexend"/>
                <a:sym typeface="Lexend"/>
              </a:defRPr>
            </a:lvl9pPr>
          </a:lstStyle>
          <a:p/>
        </p:txBody>
      </p:sp>
      <p:sp>
        <p:nvSpPr>
          <p:cNvPr id="422" name="Google Shape;422;p8"/>
          <p:cNvSpPr txBox="1"/>
          <p:nvPr>
            <p:ph idx="3" type="body"/>
          </p:nvPr>
        </p:nvSpPr>
        <p:spPr>
          <a:xfrm>
            <a:off x="940775" y="-39600"/>
            <a:ext cx="3810300" cy="337200"/>
          </a:xfrm>
          <a:prstGeom prst="rect">
            <a:avLst/>
          </a:prstGeom>
        </p:spPr>
        <p:txBody>
          <a:bodyPr anchorCtr="0" anchor="t" bIns="91425" lIns="91425" spcFirstLastPara="1" rIns="91425" wrap="square" tIns="91425">
            <a:spAutoFit/>
          </a:bodyPr>
          <a:lstStyle>
            <a:lvl1pPr indent="-279400" lvl="0" marL="457200">
              <a:spcBef>
                <a:spcPts val="0"/>
              </a:spcBef>
              <a:spcAft>
                <a:spcPts val="0"/>
              </a:spcAft>
              <a:buClr>
                <a:schemeClr val="lt1"/>
              </a:buClr>
              <a:buSzPts val="800"/>
              <a:buChar char="●"/>
              <a:defRPr>
                <a:solidFill>
                  <a:schemeClr val="lt1"/>
                </a:solidFill>
              </a:defRPr>
            </a:lvl1pPr>
            <a:lvl2pPr indent="-279400" lvl="1" marL="914400">
              <a:spcBef>
                <a:spcPts val="0"/>
              </a:spcBef>
              <a:spcAft>
                <a:spcPts val="0"/>
              </a:spcAft>
              <a:buClr>
                <a:schemeClr val="lt1"/>
              </a:buClr>
              <a:buSzPts val="800"/>
              <a:buChar char="○"/>
              <a:defRPr>
                <a:solidFill>
                  <a:schemeClr val="lt1"/>
                </a:solidFill>
              </a:defRPr>
            </a:lvl2pPr>
            <a:lvl3pPr indent="-279400" lvl="2" marL="1371600">
              <a:spcBef>
                <a:spcPts val="0"/>
              </a:spcBef>
              <a:spcAft>
                <a:spcPts val="0"/>
              </a:spcAft>
              <a:buClr>
                <a:schemeClr val="lt1"/>
              </a:buClr>
              <a:buSzPts val="800"/>
              <a:buChar char="■"/>
              <a:defRPr>
                <a:solidFill>
                  <a:schemeClr val="lt1"/>
                </a:solidFill>
              </a:defRPr>
            </a:lvl3pPr>
            <a:lvl4pPr indent="-279400" lvl="3" marL="1828800">
              <a:spcBef>
                <a:spcPts val="0"/>
              </a:spcBef>
              <a:spcAft>
                <a:spcPts val="0"/>
              </a:spcAft>
              <a:buClr>
                <a:schemeClr val="lt1"/>
              </a:buClr>
              <a:buSzPts val="800"/>
              <a:buChar char="●"/>
              <a:defRPr>
                <a:solidFill>
                  <a:schemeClr val="lt1"/>
                </a:solidFill>
              </a:defRPr>
            </a:lvl4pPr>
            <a:lvl5pPr indent="-279400" lvl="4" marL="2286000">
              <a:spcBef>
                <a:spcPts val="0"/>
              </a:spcBef>
              <a:spcAft>
                <a:spcPts val="0"/>
              </a:spcAft>
              <a:buClr>
                <a:schemeClr val="lt1"/>
              </a:buClr>
              <a:buSzPts val="800"/>
              <a:buChar char="○"/>
              <a:defRPr>
                <a:solidFill>
                  <a:schemeClr val="lt1"/>
                </a:solidFill>
              </a:defRPr>
            </a:lvl5pPr>
            <a:lvl6pPr indent="-279400" lvl="5" marL="2743200">
              <a:spcBef>
                <a:spcPts val="0"/>
              </a:spcBef>
              <a:spcAft>
                <a:spcPts val="0"/>
              </a:spcAft>
              <a:buClr>
                <a:schemeClr val="lt1"/>
              </a:buClr>
              <a:buSzPts val="800"/>
              <a:buChar char="■"/>
              <a:defRPr>
                <a:solidFill>
                  <a:schemeClr val="lt1"/>
                </a:solidFill>
              </a:defRPr>
            </a:lvl6pPr>
            <a:lvl7pPr indent="-279400" lvl="6" marL="3200400">
              <a:spcBef>
                <a:spcPts val="0"/>
              </a:spcBef>
              <a:spcAft>
                <a:spcPts val="0"/>
              </a:spcAft>
              <a:buClr>
                <a:schemeClr val="lt1"/>
              </a:buClr>
              <a:buSzPts val="800"/>
              <a:buChar char="●"/>
              <a:defRPr>
                <a:solidFill>
                  <a:schemeClr val="lt1"/>
                </a:solidFill>
              </a:defRPr>
            </a:lvl7pPr>
            <a:lvl8pPr indent="-279400" lvl="7" marL="3657600">
              <a:spcBef>
                <a:spcPts val="0"/>
              </a:spcBef>
              <a:spcAft>
                <a:spcPts val="0"/>
              </a:spcAft>
              <a:buClr>
                <a:schemeClr val="lt1"/>
              </a:buClr>
              <a:buSzPts val="800"/>
              <a:buChar char="○"/>
              <a:defRPr>
                <a:solidFill>
                  <a:schemeClr val="lt1"/>
                </a:solidFill>
              </a:defRPr>
            </a:lvl8pPr>
            <a:lvl9pPr indent="-279400" lvl="8" marL="4114800">
              <a:spcBef>
                <a:spcPts val="0"/>
              </a:spcBef>
              <a:spcAft>
                <a:spcPts val="0"/>
              </a:spcAft>
              <a:buClr>
                <a:schemeClr val="lt1"/>
              </a:buClr>
              <a:buSzPts val="800"/>
              <a:buChar char="■"/>
              <a:defRPr>
                <a:solidFill>
                  <a:schemeClr val="lt1"/>
                </a:solidFill>
              </a:defRPr>
            </a:lvl9pPr>
          </a:lstStyle>
          <a:p/>
        </p:txBody>
      </p:sp>
      <p:sp>
        <p:nvSpPr>
          <p:cNvPr id="423" name="Google Shape;423;p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p:cSld name="CUSTOM_1_1_1_1_1_1_1_1_1_1">
    <p:spTree>
      <p:nvGrpSpPr>
        <p:cNvPr id="424" name="Shape 424"/>
        <p:cNvGrpSpPr/>
        <p:nvPr/>
      </p:nvGrpSpPr>
      <p:grpSpPr>
        <a:xfrm>
          <a:off x="0" y="0"/>
          <a:ext cx="0" cy="0"/>
          <a:chOff x="0" y="0"/>
          <a:chExt cx="0" cy="0"/>
        </a:xfrm>
      </p:grpSpPr>
      <p:grpSp>
        <p:nvGrpSpPr>
          <p:cNvPr id="425" name="Google Shape;425;p9"/>
          <p:cNvGrpSpPr/>
          <p:nvPr/>
        </p:nvGrpSpPr>
        <p:grpSpPr>
          <a:xfrm>
            <a:off x="-6096" y="-3429"/>
            <a:ext cx="9156192" cy="5150358"/>
            <a:chOff x="0" y="0"/>
            <a:chExt cx="12192000" cy="6858000"/>
          </a:xfrm>
        </p:grpSpPr>
        <p:sp>
          <p:nvSpPr>
            <p:cNvPr id="426" name="Google Shape;426;p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7" name="Google Shape;427;p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8" name="Google Shape;428;p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29" name="Google Shape;429;p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0" name="Google Shape;430;p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1" name="Google Shape;431;p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2" name="Google Shape;432;p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3" name="Google Shape;433;p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4" name="Google Shape;434;p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5" name="Google Shape;435;p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6" name="Google Shape;436;p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7" name="Google Shape;437;p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8" name="Google Shape;438;p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39" name="Google Shape;439;p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0" name="Google Shape;440;p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1" name="Google Shape;441;p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2" name="Google Shape;442;p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3" name="Google Shape;443;p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4" name="Google Shape;444;p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5" name="Google Shape;445;p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6" name="Google Shape;446;p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7" name="Google Shape;447;p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8" name="Google Shape;448;p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49" name="Google Shape;449;p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0" name="Google Shape;450;p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1" name="Google Shape;451;p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2" name="Google Shape;452;p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3" name="Google Shape;453;p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4" name="Google Shape;454;p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5" name="Google Shape;455;p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6" name="Google Shape;456;p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7" name="Google Shape;457;p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8" name="Google Shape;458;p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59" name="Google Shape;459;p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0" name="Google Shape;460;p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1" name="Google Shape;461;p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2" name="Google Shape;462;p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3" name="Google Shape;463;p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4" name="Google Shape;464;p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5" name="Google Shape;465;p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6" name="Google Shape;466;p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7" name="Google Shape;467;p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8" name="Google Shape;468;p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69" name="Google Shape;469;p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0" name="Google Shape;470;p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1" name="Google Shape;471;p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2" name="Google Shape;472;p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3" name="Google Shape;473;p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4" name="Google Shape;474;p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5" name="Google Shape;475;p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6" name="Google Shape;476;p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7" name="Google Shape;477;p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8" name="Google Shape;478;p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79" name="Google Shape;479;p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0" name="Google Shape;480;p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1" name="Google Shape;481;p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2" name="Google Shape;482;p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3" name="Google Shape;483;p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84" name="Google Shape;484;p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485" name="Google Shape;485;p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486" name="Google Shape;486;p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7" name="Google Shape;487;p9"/>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488" name="Google Shape;488;p9"/>
          <p:cNvSpPr txBox="1"/>
          <p:nvPr>
            <p:ph idx="1" type="subTitle"/>
          </p:nvPr>
        </p:nvSpPr>
        <p:spPr>
          <a:xfrm>
            <a:off x="5767125" y="425525"/>
            <a:ext cx="3238500" cy="35205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89" name="Google Shape;489;p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p:cSld name="CUSTOM_1_1_1_1_1_1_1_1_1_1_1">
    <p:spTree>
      <p:nvGrpSpPr>
        <p:cNvPr id="490" name="Shape 490"/>
        <p:cNvGrpSpPr/>
        <p:nvPr/>
      </p:nvGrpSpPr>
      <p:grpSpPr>
        <a:xfrm>
          <a:off x="0" y="0"/>
          <a:ext cx="0" cy="0"/>
          <a:chOff x="0" y="0"/>
          <a:chExt cx="0" cy="0"/>
        </a:xfrm>
      </p:grpSpPr>
      <p:grpSp>
        <p:nvGrpSpPr>
          <p:cNvPr id="491" name="Google Shape;491;p10"/>
          <p:cNvGrpSpPr/>
          <p:nvPr/>
        </p:nvGrpSpPr>
        <p:grpSpPr>
          <a:xfrm>
            <a:off x="-6096" y="-3429"/>
            <a:ext cx="9156192" cy="5150358"/>
            <a:chOff x="0" y="0"/>
            <a:chExt cx="12192000" cy="6858000"/>
          </a:xfrm>
        </p:grpSpPr>
        <p:sp>
          <p:nvSpPr>
            <p:cNvPr id="492" name="Google Shape;492;p1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3" name="Google Shape;493;p1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4" name="Google Shape;494;p1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5" name="Google Shape;495;p1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6" name="Google Shape;496;p1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7" name="Google Shape;497;p1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8" name="Google Shape;498;p1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499" name="Google Shape;499;p1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0" name="Google Shape;500;p1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1" name="Google Shape;501;p1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2" name="Google Shape;502;p1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3" name="Google Shape;503;p1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4" name="Google Shape;504;p1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5" name="Google Shape;505;p1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6" name="Google Shape;506;p1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7" name="Google Shape;507;p1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8" name="Google Shape;508;p1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09" name="Google Shape;509;p1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0" name="Google Shape;510;p1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1" name="Google Shape;511;p1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2" name="Google Shape;512;p1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3" name="Google Shape;513;p1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4" name="Google Shape;514;p1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5" name="Google Shape;515;p1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6" name="Google Shape;516;p1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7" name="Google Shape;517;p1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8" name="Google Shape;518;p1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19" name="Google Shape;519;p1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0" name="Google Shape;520;p1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1" name="Google Shape;521;p1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2" name="Google Shape;522;p1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3" name="Google Shape;523;p1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4" name="Google Shape;524;p1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5" name="Google Shape;525;p1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6" name="Google Shape;526;p1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7" name="Google Shape;527;p1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8" name="Google Shape;528;p1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29" name="Google Shape;529;p1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0" name="Google Shape;530;p1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1" name="Google Shape;531;p1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2" name="Google Shape;532;p1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3" name="Google Shape;533;p1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4" name="Google Shape;534;p1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5" name="Google Shape;535;p1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6" name="Google Shape;536;p1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7" name="Google Shape;537;p1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8" name="Google Shape;538;p1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39" name="Google Shape;539;p1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0" name="Google Shape;540;p1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1" name="Google Shape;541;p1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2" name="Google Shape;542;p1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3" name="Google Shape;543;p1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4" name="Google Shape;544;p1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5" name="Google Shape;545;p1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6" name="Google Shape;546;p1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7" name="Google Shape;547;p1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8" name="Google Shape;548;p1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49" name="Google Shape;549;p1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0" name="Google Shape;550;p1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551" name="Google Shape;551;p1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552" name="Google Shape;552;p1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553" name="Google Shape;553;p10"/>
          <p:cNvSpPr txBox="1"/>
          <p:nvPr>
            <p:ph type="title"/>
          </p:nvPr>
        </p:nvSpPr>
        <p:spPr>
          <a:xfrm>
            <a:off x="208725" y="344175"/>
            <a:ext cx="53409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554" name="Google Shape;554;p1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p:cSld name="CUSTOM_1_1_1_1_1_1_1_1_1_1_2">
    <p:spTree>
      <p:nvGrpSpPr>
        <p:cNvPr id="555" name="Shape 555"/>
        <p:cNvGrpSpPr/>
        <p:nvPr/>
      </p:nvGrpSpPr>
      <p:grpSpPr>
        <a:xfrm>
          <a:off x="0" y="0"/>
          <a:ext cx="0" cy="0"/>
          <a:chOff x="0" y="0"/>
          <a:chExt cx="0" cy="0"/>
        </a:xfrm>
      </p:grpSpPr>
      <p:grpSp>
        <p:nvGrpSpPr>
          <p:cNvPr id="556" name="Google Shape;556;p11"/>
          <p:cNvGrpSpPr/>
          <p:nvPr/>
        </p:nvGrpSpPr>
        <p:grpSpPr>
          <a:xfrm>
            <a:off x="-6096" y="-3429"/>
            <a:ext cx="9156192" cy="5150358"/>
            <a:chOff x="0" y="0"/>
            <a:chExt cx="12192000" cy="6858000"/>
          </a:xfrm>
        </p:grpSpPr>
        <p:sp>
          <p:nvSpPr>
            <p:cNvPr id="557" name="Google Shape;557;p1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8" name="Google Shape;558;p1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59" name="Google Shape;559;p1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0" name="Google Shape;560;p1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1" name="Google Shape;561;p1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2" name="Google Shape;562;p1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3" name="Google Shape;563;p1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4" name="Google Shape;564;p1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5" name="Google Shape;565;p1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6" name="Google Shape;566;p1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7" name="Google Shape;567;p1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8" name="Google Shape;568;p1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69" name="Google Shape;569;p1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0" name="Google Shape;570;p1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1" name="Google Shape;571;p1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2" name="Google Shape;572;p1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3" name="Google Shape;573;p1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4" name="Google Shape;574;p1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5" name="Google Shape;575;p1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6" name="Google Shape;576;p1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7" name="Google Shape;577;p1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8" name="Google Shape;578;p1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79" name="Google Shape;579;p1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0" name="Google Shape;580;p1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1" name="Google Shape;581;p1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2" name="Google Shape;582;p1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3" name="Google Shape;583;p1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4" name="Google Shape;584;p1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5" name="Google Shape;585;p1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6" name="Google Shape;586;p1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7" name="Google Shape;587;p1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8" name="Google Shape;588;p1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89" name="Google Shape;589;p1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0" name="Google Shape;590;p1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1" name="Google Shape;591;p1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2" name="Google Shape;592;p1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3" name="Google Shape;593;p1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4" name="Google Shape;594;p1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5" name="Google Shape;595;p1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6" name="Google Shape;596;p1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7" name="Google Shape;597;p1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8" name="Google Shape;598;p1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599" name="Google Shape;599;p1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0" name="Google Shape;600;p1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1" name="Google Shape;601;p1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2" name="Google Shape;602;p1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3" name="Google Shape;603;p1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4" name="Google Shape;604;p1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5" name="Google Shape;605;p1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6" name="Google Shape;606;p1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7" name="Google Shape;607;p1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8" name="Google Shape;608;p1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09" name="Google Shape;609;p1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0" name="Google Shape;610;p1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1" name="Google Shape;611;p1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2" name="Google Shape;612;p1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3" name="Google Shape;613;p1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4" name="Google Shape;614;p1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15" name="Google Shape;615;p1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16" name="Google Shape;616;p1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17" name="Google Shape;617;p1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18" name="Google Shape;618;p11"/>
          <p:cNvSpPr txBox="1"/>
          <p:nvPr>
            <p:ph type="title"/>
          </p:nvPr>
        </p:nvSpPr>
        <p:spPr>
          <a:xfrm>
            <a:off x="208725" y="344175"/>
            <a:ext cx="7640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19" name="Google Shape;619;p11"/>
          <p:cNvSpPr txBox="1"/>
          <p:nvPr>
            <p:ph idx="1" type="body"/>
          </p:nvPr>
        </p:nvSpPr>
        <p:spPr>
          <a:xfrm>
            <a:off x="208725" y="2320375"/>
            <a:ext cx="7353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20" name="Google Shape;620;p1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p:cSld name="CUSTOM_1_1_1_1_1_1_1_1_1_1_2_1">
    <p:spTree>
      <p:nvGrpSpPr>
        <p:cNvPr id="621" name="Shape 621"/>
        <p:cNvGrpSpPr/>
        <p:nvPr/>
      </p:nvGrpSpPr>
      <p:grpSpPr>
        <a:xfrm>
          <a:off x="0" y="0"/>
          <a:ext cx="0" cy="0"/>
          <a:chOff x="0" y="0"/>
          <a:chExt cx="0" cy="0"/>
        </a:xfrm>
      </p:grpSpPr>
      <p:grpSp>
        <p:nvGrpSpPr>
          <p:cNvPr id="622" name="Google Shape;622;p12"/>
          <p:cNvGrpSpPr/>
          <p:nvPr/>
        </p:nvGrpSpPr>
        <p:grpSpPr>
          <a:xfrm>
            <a:off x="-6096" y="-3429"/>
            <a:ext cx="9156192" cy="5150358"/>
            <a:chOff x="0" y="0"/>
            <a:chExt cx="12192000" cy="6858000"/>
          </a:xfrm>
        </p:grpSpPr>
        <p:sp>
          <p:nvSpPr>
            <p:cNvPr id="623" name="Google Shape;623;p1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4" name="Google Shape;624;p1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5" name="Google Shape;625;p1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6" name="Google Shape;626;p1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7" name="Google Shape;627;p1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8" name="Google Shape;628;p1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29" name="Google Shape;629;p1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0" name="Google Shape;630;p1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1" name="Google Shape;631;p1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2" name="Google Shape;632;p1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3" name="Google Shape;633;p1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4" name="Google Shape;634;p1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5" name="Google Shape;635;p1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6" name="Google Shape;636;p1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7" name="Google Shape;637;p1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8" name="Google Shape;638;p1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39" name="Google Shape;639;p1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0" name="Google Shape;640;p1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1" name="Google Shape;641;p1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2" name="Google Shape;642;p1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3" name="Google Shape;643;p1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4" name="Google Shape;644;p1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5" name="Google Shape;645;p1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6" name="Google Shape;646;p1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7" name="Google Shape;647;p1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8" name="Google Shape;648;p1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49" name="Google Shape;649;p1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0" name="Google Shape;650;p1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1" name="Google Shape;651;p1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2" name="Google Shape;652;p1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3" name="Google Shape;653;p1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4" name="Google Shape;654;p1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5" name="Google Shape;655;p1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6" name="Google Shape;656;p1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7" name="Google Shape;657;p1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8" name="Google Shape;658;p1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59" name="Google Shape;659;p1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0" name="Google Shape;660;p1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1" name="Google Shape;661;p1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2" name="Google Shape;662;p1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3" name="Google Shape;663;p1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4" name="Google Shape;664;p1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5" name="Google Shape;665;p1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6" name="Google Shape;666;p1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7" name="Google Shape;667;p1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8" name="Google Shape;668;p1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69" name="Google Shape;669;p1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0" name="Google Shape;670;p1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1" name="Google Shape;671;p1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2" name="Google Shape;672;p1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3" name="Google Shape;673;p1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4" name="Google Shape;674;p1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5" name="Google Shape;675;p1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6" name="Google Shape;676;p1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7" name="Google Shape;677;p1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8" name="Google Shape;678;p1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79" name="Google Shape;679;p1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0" name="Google Shape;680;p1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81" name="Google Shape;681;p1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682" name="Google Shape;682;p1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683" name="Google Shape;683;p1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684" name="Google Shape;684;p12"/>
          <p:cNvSpPr txBox="1"/>
          <p:nvPr>
            <p:ph type="title"/>
          </p:nvPr>
        </p:nvSpPr>
        <p:spPr>
          <a:xfrm>
            <a:off x="208725" y="344175"/>
            <a:ext cx="741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685" name="Google Shape;685;p12"/>
          <p:cNvSpPr txBox="1"/>
          <p:nvPr>
            <p:ph idx="1" type="body"/>
          </p:nvPr>
        </p:nvSpPr>
        <p:spPr>
          <a:xfrm>
            <a:off x="208725"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6" name="Google Shape;686;p12"/>
          <p:cNvSpPr txBox="1"/>
          <p:nvPr>
            <p:ph idx="2" type="body"/>
          </p:nvPr>
        </p:nvSpPr>
        <p:spPr>
          <a:xfrm>
            <a:off x="4684150" y="2320375"/>
            <a:ext cx="4254900" cy="2591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687" name="Google Shape;687;p1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CUSTOM_1_1_1_1_1_1_1_1_1_1_2_1_1">
    <p:spTree>
      <p:nvGrpSpPr>
        <p:cNvPr id="688" name="Shape 688"/>
        <p:cNvGrpSpPr/>
        <p:nvPr/>
      </p:nvGrpSpPr>
      <p:grpSpPr>
        <a:xfrm>
          <a:off x="0" y="0"/>
          <a:ext cx="0" cy="0"/>
          <a:chOff x="0" y="0"/>
          <a:chExt cx="0" cy="0"/>
        </a:xfrm>
      </p:grpSpPr>
      <p:grpSp>
        <p:nvGrpSpPr>
          <p:cNvPr id="689" name="Google Shape;689;p13"/>
          <p:cNvGrpSpPr/>
          <p:nvPr/>
        </p:nvGrpSpPr>
        <p:grpSpPr>
          <a:xfrm>
            <a:off x="-6096" y="-3429"/>
            <a:ext cx="9156192" cy="5150358"/>
            <a:chOff x="0" y="0"/>
            <a:chExt cx="12192000" cy="6858000"/>
          </a:xfrm>
        </p:grpSpPr>
        <p:sp>
          <p:nvSpPr>
            <p:cNvPr id="690" name="Google Shape;690;p1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1" name="Google Shape;691;p1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2" name="Google Shape;692;p1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3" name="Google Shape;693;p1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4" name="Google Shape;694;p1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5" name="Google Shape;695;p1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6" name="Google Shape;696;p1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7" name="Google Shape;697;p1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8" name="Google Shape;698;p1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699" name="Google Shape;699;p1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0" name="Google Shape;700;p1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1" name="Google Shape;701;p1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2" name="Google Shape;702;p1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3" name="Google Shape;703;p1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4" name="Google Shape;704;p1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5" name="Google Shape;705;p1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6" name="Google Shape;706;p1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7" name="Google Shape;707;p1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8" name="Google Shape;708;p1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09" name="Google Shape;709;p1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0" name="Google Shape;710;p1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1" name="Google Shape;711;p1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2" name="Google Shape;712;p1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3" name="Google Shape;713;p1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4" name="Google Shape;714;p1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5" name="Google Shape;715;p1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6" name="Google Shape;716;p1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7" name="Google Shape;717;p1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8" name="Google Shape;718;p1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19" name="Google Shape;719;p1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0" name="Google Shape;720;p1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1" name="Google Shape;721;p1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2" name="Google Shape;722;p1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3" name="Google Shape;723;p1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4" name="Google Shape;724;p1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5" name="Google Shape;725;p1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6" name="Google Shape;726;p1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7" name="Google Shape;727;p1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8" name="Google Shape;728;p1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29" name="Google Shape;729;p1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0" name="Google Shape;730;p1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1" name="Google Shape;731;p1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2" name="Google Shape;732;p1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3" name="Google Shape;733;p1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4" name="Google Shape;734;p1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5" name="Google Shape;735;p1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6" name="Google Shape;736;p1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7" name="Google Shape;737;p1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8" name="Google Shape;738;p1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39" name="Google Shape;739;p1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0" name="Google Shape;740;p1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1" name="Google Shape;741;p1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2" name="Google Shape;742;p1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3" name="Google Shape;743;p1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4" name="Google Shape;744;p1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5" name="Google Shape;745;p1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6" name="Google Shape;746;p1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7" name="Google Shape;747;p1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48" name="Google Shape;748;p1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749" name="Google Shape;749;p1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750" name="Google Shape;750;p1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751" name="Google Shape;751;p13"/>
          <p:cNvSpPr txBox="1"/>
          <p:nvPr>
            <p:ph type="title"/>
          </p:nvPr>
        </p:nvSpPr>
        <p:spPr>
          <a:xfrm>
            <a:off x="208725" y="344175"/>
            <a:ext cx="76011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752" name="Google Shape;752;p1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one column text">
  <p:cSld name="CUSTOM_1_1_1_1_1_1_1_1_1_1_2_1_1_1">
    <p:spTree>
      <p:nvGrpSpPr>
        <p:cNvPr id="753" name="Shape 753"/>
        <p:cNvGrpSpPr/>
        <p:nvPr/>
      </p:nvGrpSpPr>
      <p:grpSpPr>
        <a:xfrm>
          <a:off x="0" y="0"/>
          <a:ext cx="0" cy="0"/>
          <a:chOff x="0" y="0"/>
          <a:chExt cx="0" cy="0"/>
        </a:xfrm>
      </p:grpSpPr>
      <p:grpSp>
        <p:nvGrpSpPr>
          <p:cNvPr id="754" name="Google Shape;754;p14"/>
          <p:cNvGrpSpPr/>
          <p:nvPr/>
        </p:nvGrpSpPr>
        <p:grpSpPr>
          <a:xfrm>
            <a:off x="-6096" y="-3429"/>
            <a:ext cx="9156192" cy="5150358"/>
            <a:chOff x="0" y="0"/>
            <a:chExt cx="12192000" cy="6858000"/>
          </a:xfrm>
        </p:grpSpPr>
        <p:sp>
          <p:nvSpPr>
            <p:cNvPr id="755" name="Google Shape;755;p1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6" name="Google Shape;756;p1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7" name="Google Shape;757;p1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8" name="Google Shape;758;p1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59" name="Google Shape;759;p1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0" name="Google Shape;760;p1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1" name="Google Shape;761;p1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2" name="Google Shape;762;p1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3" name="Google Shape;763;p1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4" name="Google Shape;764;p1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5" name="Google Shape;765;p1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6" name="Google Shape;766;p1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7" name="Google Shape;767;p1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8" name="Google Shape;768;p1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69" name="Google Shape;769;p1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0" name="Google Shape;770;p1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1" name="Google Shape;771;p1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2" name="Google Shape;772;p1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3" name="Google Shape;773;p1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4" name="Google Shape;774;p1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5" name="Google Shape;775;p1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6" name="Google Shape;776;p1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7" name="Google Shape;777;p1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8" name="Google Shape;778;p1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79" name="Google Shape;779;p1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0" name="Google Shape;780;p1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1" name="Google Shape;781;p1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2" name="Google Shape;782;p1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3" name="Google Shape;783;p1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4" name="Google Shape;784;p1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5" name="Google Shape;785;p1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6" name="Google Shape;786;p1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7" name="Google Shape;787;p1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8" name="Google Shape;788;p1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89" name="Google Shape;789;p1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0" name="Google Shape;790;p1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1" name="Google Shape;791;p1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2" name="Google Shape;792;p1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3" name="Google Shape;793;p1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4" name="Google Shape;794;p1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5" name="Google Shape;795;p1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6" name="Google Shape;796;p1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7" name="Google Shape;797;p1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8" name="Google Shape;798;p1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799" name="Google Shape;799;p1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0" name="Google Shape;800;p1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1" name="Google Shape;801;p1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2" name="Google Shape;802;p1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3" name="Google Shape;803;p1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4" name="Google Shape;804;p1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5" name="Google Shape;805;p1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6" name="Google Shape;806;p1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7" name="Google Shape;807;p1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8" name="Google Shape;808;p1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09" name="Google Shape;809;p1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0" name="Google Shape;810;p1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1" name="Google Shape;811;p1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2" name="Google Shape;812;p1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13" name="Google Shape;813;p1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14" name="Google Shape;814;p1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15" name="Google Shape;815;p1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16" name="Google Shape;816;p14"/>
          <p:cNvSpPr txBox="1"/>
          <p:nvPr>
            <p:ph type="title"/>
          </p:nvPr>
        </p:nvSpPr>
        <p:spPr>
          <a:xfrm>
            <a:off x="208725" y="344175"/>
            <a:ext cx="55584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17" name="Google Shape;817;p14"/>
          <p:cNvSpPr txBox="1"/>
          <p:nvPr>
            <p:ph idx="1" type="subTitle"/>
          </p:nvPr>
        </p:nvSpPr>
        <p:spPr>
          <a:xfrm>
            <a:off x="5767125" y="425525"/>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18" name="Google Shape;818;p14"/>
          <p:cNvSpPr txBox="1"/>
          <p:nvPr>
            <p:ph idx="2" type="body"/>
          </p:nvPr>
        </p:nvSpPr>
        <p:spPr>
          <a:xfrm>
            <a:off x="208725" y="3050325"/>
            <a:ext cx="6666600" cy="18615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19" name="Google Shape;819;p1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CUSTOM_1_1_1_1_1_1_1_1_1_1_2_1_1_1_1">
    <p:spTree>
      <p:nvGrpSpPr>
        <p:cNvPr id="820" name="Shape 820"/>
        <p:cNvGrpSpPr/>
        <p:nvPr/>
      </p:nvGrpSpPr>
      <p:grpSpPr>
        <a:xfrm>
          <a:off x="0" y="0"/>
          <a:ext cx="0" cy="0"/>
          <a:chOff x="0" y="0"/>
          <a:chExt cx="0" cy="0"/>
        </a:xfrm>
      </p:grpSpPr>
      <p:grpSp>
        <p:nvGrpSpPr>
          <p:cNvPr id="821" name="Google Shape;821;p15"/>
          <p:cNvGrpSpPr/>
          <p:nvPr/>
        </p:nvGrpSpPr>
        <p:grpSpPr>
          <a:xfrm>
            <a:off x="-6096" y="-3429"/>
            <a:ext cx="9156192" cy="5150358"/>
            <a:chOff x="0" y="0"/>
            <a:chExt cx="12192000" cy="6858000"/>
          </a:xfrm>
        </p:grpSpPr>
        <p:sp>
          <p:nvSpPr>
            <p:cNvPr id="822" name="Google Shape;822;p1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3" name="Google Shape;823;p1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4" name="Google Shape;824;p1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5" name="Google Shape;825;p1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6" name="Google Shape;826;p1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7" name="Google Shape;827;p1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8" name="Google Shape;828;p1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29" name="Google Shape;829;p1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0" name="Google Shape;830;p1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1" name="Google Shape;831;p1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2" name="Google Shape;832;p1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3" name="Google Shape;833;p1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4" name="Google Shape;834;p1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5" name="Google Shape;835;p1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6" name="Google Shape;836;p1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7" name="Google Shape;837;p1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8" name="Google Shape;838;p1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39" name="Google Shape;839;p1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0" name="Google Shape;840;p1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1" name="Google Shape;841;p1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2" name="Google Shape;842;p1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3" name="Google Shape;843;p1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4" name="Google Shape;844;p1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5" name="Google Shape;845;p1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6" name="Google Shape;846;p1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7" name="Google Shape;847;p1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8" name="Google Shape;848;p1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49" name="Google Shape;849;p1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0" name="Google Shape;850;p1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1" name="Google Shape;851;p1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2" name="Google Shape;852;p1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3" name="Google Shape;853;p1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4" name="Google Shape;854;p1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5" name="Google Shape;855;p1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6" name="Google Shape;856;p1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7" name="Google Shape;857;p1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8" name="Google Shape;858;p1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59" name="Google Shape;859;p1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0" name="Google Shape;860;p1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1" name="Google Shape;861;p1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2" name="Google Shape;862;p1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3" name="Google Shape;863;p1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4" name="Google Shape;864;p1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5" name="Google Shape;865;p1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6" name="Google Shape;866;p1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7" name="Google Shape;867;p1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8" name="Google Shape;868;p1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69" name="Google Shape;869;p1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0" name="Google Shape;870;p1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1" name="Google Shape;871;p1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2" name="Google Shape;872;p1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3" name="Google Shape;873;p1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4" name="Google Shape;874;p1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5" name="Google Shape;875;p1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6" name="Google Shape;876;p1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7" name="Google Shape;877;p1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8" name="Google Shape;878;p1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79" name="Google Shape;879;p1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80" name="Google Shape;880;p1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881" name="Google Shape;881;p1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882" name="Google Shape;882;p1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883" name="Google Shape;883;p15"/>
          <p:cNvSpPr txBox="1"/>
          <p:nvPr>
            <p:ph type="title"/>
          </p:nvPr>
        </p:nvSpPr>
        <p:spPr>
          <a:xfrm>
            <a:off x="836250" y="1569150"/>
            <a:ext cx="7471500" cy="2005200"/>
          </a:xfrm>
          <a:prstGeom prst="rect">
            <a:avLst/>
          </a:prstGeom>
        </p:spPr>
        <p:txBody>
          <a:bodyPr anchorCtr="0" anchor="t" bIns="91425" lIns="91425" spcFirstLastPara="1" rIns="91425" wrap="square" tIns="91425">
            <a:spAutoFit/>
          </a:bodyPr>
          <a:lstStyle>
            <a:lvl1pPr lvl="0" algn="ctr">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84" name="Google Shape;884;p1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_1">
    <p:spTree>
      <p:nvGrpSpPr>
        <p:cNvPr id="885" name="Shape 885"/>
        <p:cNvGrpSpPr/>
        <p:nvPr/>
      </p:nvGrpSpPr>
      <p:grpSpPr>
        <a:xfrm>
          <a:off x="0" y="0"/>
          <a:ext cx="0" cy="0"/>
          <a:chOff x="0" y="0"/>
          <a:chExt cx="0" cy="0"/>
        </a:xfrm>
      </p:grpSpPr>
      <p:sp>
        <p:nvSpPr>
          <p:cNvPr id="886" name="Google Shape;886;p16"/>
          <p:cNvSpPr txBox="1"/>
          <p:nvPr>
            <p:ph type="title"/>
          </p:nvPr>
        </p:nvSpPr>
        <p:spPr>
          <a:xfrm>
            <a:off x="311700" y="555600"/>
            <a:ext cx="2808000" cy="755700"/>
          </a:xfrm>
          <a:prstGeom prst="rect">
            <a:avLst/>
          </a:prstGeom>
        </p:spPr>
        <p:txBody>
          <a:bodyPr anchorCtr="0" anchor="b" bIns="91425" lIns="91425" spcFirstLastPara="1" rIns="91425" wrap="square" tIns="91425">
            <a:sp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887" name="Google Shape;887;p16"/>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888" name="Google Shape;888;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_1">
    <p:spTree>
      <p:nvGrpSpPr>
        <p:cNvPr id="889" name="Shape 889"/>
        <p:cNvGrpSpPr/>
        <p:nvPr/>
      </p:nvGrpSpPr>
      <p:grpSpPr>
        <a:xfrm>
          <a:off x="0" y="0"/>
          <a:ext cx="0" cy="0"/>
          <a:chOff x="0" y="0"/>
          <a:chExt cx="0" cy="0"/>
        </a:xfrm>
      </p:grpSpPr>
      <p:sp>
        <p:nvSpPr>
          <p:cNvPr id="890" name="Google Shape;890;p17"/>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1" name="Google Shape;891;p17"/>
          <p:cNvSpPr txBox="1"/>
          <p:nvPr>
            <p:ph type="title"/>
          </p:nvPr>
        </p:nvSpPr>
        <p:spPr>
          <a:xfrm>
            <a:off x="265500" y="1233175"/>
            <a:ext cx="4045200" cy="1482300"/>
          </a:xfrm>
          <a:prstGeom prst="rect">
            <a:avLst/>
          </a:prstGeom>
        </p:spPr>
        <p:txBody>
          <a:bodyPr anchorCtr="0" anchor="b" bIns="91425" lIns="91425" spcFirstLastPara="1" rIns="91425" wrap="square" tIns="91425">
            <a:sp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892" name="Google Shape;892;p17"/>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spcBef>
                <a:spcPts val="0"/>
              </a:spcBef>
              <a:spcAft>
                <a:spcPts val="0"/>
              </a:spcAft>
              <a:buSzPts val="2100"/>
              <a:buNone/>
              <a:defRPr sz="2100"/>
            </a:lvl1pPr>
            <a:lvl2pPr lvl="1" algn="ctr">
              <a:spcBef>
                <a:spcPts val="0"/>
              </a:spcBef>
              <a:spcAft>
                <a:spcPts val="0"/>
              </a:spcAft>
              <a:buSzPts val="2100"/>
              <a:buNone/>
              <a:defRPr sz="2100"/>
            </a:lvl2pPr>
            <a:lvl3pPr lvl="2" algn="ctr">
              <a:spcBef>
                <a:spcPts val="0"/>
              </a:spcBef>
              <a:spcAft>
                <a:spcPts val="0"/>
              </a:spcAft>
              <a:buSzPts val="2100"/>
              <a:buNone/>
              <a:defRPr sz="2100"/>
            </a:lvl3pPr>
            <a:lvl4pPr lvl="3" algn="ctr">
              <a:spcBef>
                <a:spcPts val="0"/>
              </a:spcBef>
              <a:spcAft>
                <a:spcPts val="0"/>
              </a:spcAft>
              <a:buSzPts val="2100"/>
              <a:buNone/>
              <a:defRPr sz="2100"/>
            </a:lvl4pPr>
            <a:lvl5pPr lvl="4" algn="ctr">
              <a:spcBef>
                <a:spcPts val="0"/>
              </a:spcBef>
              <a:spcAft>
                <a:spcPts val="0"/>
              </a:spcAft>
              <a:buSzPts val="2100"/>
              <a:buNone/>
              <a:defRPr sz="2100"/>
            </a:lvl5pPr>
            <a:lvl6pPr lvl="5" algn="ctr">
              <a:spcBef>
                <a:spcPts val="0"/>
              </a:spcBef>
              <a:spcAft>
                <a:spcPts val="0"/>
              </a:spcAft>
              <a:buSzPts val="2100"/>
              <a:buNone/>
              <a:defRPr sz="2100"/>
            </a:lvl6pPr>
            <a:lvl7pPr lvl="6" algn="ctr">
              <a:spcBef>
                <a:spcPts val="0"/>
              </a:spcBef>
              <a:spcAft>
                <a:spcPts val="0"/>
              </a:spcAft>
              <a:buSzPts val="2100"/>
              <a:buNone/>
              <a:defRPr sz="2100"/>
            </a:lvl7pPr>
            <a:lvl8pPr lvl="7" algn="ctr">
              <a:spcBef>
                <a:spcPts val="0"/>
              </a:spcBef>
              <a:spcAft>
                <a:spcPts val="0"/>
              </a:spcAft>
              <a:buSzPts val="2100"/>
              <a:buNone/>
              <a:defRPr sz="2100"/>
            </a:lvl8pPr>
            <a:lvl9pPr lvl="8" algn="ctr">
              <a:spcBef>
                <a:spcPts val="0"/>
              </a:spcBef>
              <a:spcAft>
                <a:spcPts val="0"/>
              </a:spcAft>
              <a:buSzPts val="2100"/>
              <a:buNone/>
              <a:defRPr sz="2100"/>
            </a:lvl9pPr>
          </a:lstStyle>
          <a:p/>
        </p:txBody>
      </p:sp>
      <p:sp>
        <p:nvSpPr>
          <p:cNvPr id="893" name="Google Shape;893;p17"/>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894" name="Google Shape;894;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section title and description">
  <p:cSld name="CUSTOM_1_1_1_1_1_1_1_1_1_1_2_1_1_1_1_1">
    <p:spTree>
      <p:nvGrpSpPr>
        <p:cNvPr id="895" name="Shape 895"/>
        <p:cNvGrpSpPr/>
        <p:nvPr/>
      </p:nvGrpSpPr>
      <p:grpSpPr>
        <a:xfrm>
          <a:off x="0" y="0"/>
          <a:ext cx="0" cy="0"/>
          <a:chOff x="0" y="0"/>
          <a:chExt cx="0" cy="0"/>
        </a:xfrm>
      </p:grpSpPr>
      <p:grpSp>
        <p:nvGrpSpPr>
          <p:cNvPr id="896" name="Google Shape;896;p18"/>
          <p:cNvGrpSpPr/>
          <p:nvPr/>
        </p:nvGrpSpPr>
        <p:grpSpPr>
          <a:xfrm>
            <a:off x="-6096" y="-3429"/>
            <a:ext cx="9156192" cy="5150358"/>
            <a:chOff x="0" y="0"/>
            <a:chExt cx="12192000" cy="6858000"/>
          </a:xfrm>
        </p:grpSpPr>
        <p:sp>
          <p:nvSpPr>
            <p:cNvPr id="897" name="Google Shape;897;p1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8" name="Google Shape;898;p1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899" name="Google Shape;899;p1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0" name="Google Shape;900;p1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1" name="Google Shape;901;p1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2" name="Google Shape;902;p1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3" name="Google Shape;903;p1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4" name="Google Shape;904;p1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5" name="Google Shape;905;p1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6" name="Google Shape;906;p1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7" name="Google Shape;907;p1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8" name="Google Shape;908;p1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09" name="Google Shape;909;p1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0" name="Google Shape;910;p1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1" name="Google Shape;911;p1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2" name="Google Shape;912;p1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3" name="Google Shape;913;p1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4" name="Google Shape;914;p1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5" name="Google Shape;915;p1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6" name="Google Shape;916;p1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7" name="Google Shape;917;p1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8" name="Google Shape;918;p1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19" name="Google Shape;919;p1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0" name="Google Shape;920;p1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1" name="Google Shape;921;p1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2" name="Google Shape;922;p1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3" name="Google Shape;923;p1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4" name="Google Shape;924;p1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5" name="Google Shape;925;p1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6" name="Google Shape;926;p1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7" name="Google Shape;927;p1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8" name="Google Shape;928;p1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29" name="Google Shape;929;p1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0" name="Google Shape;930;p1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1" name="Google Shape;931;p1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2" name="Google Shape;932;p1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3" name="Google Shape;933;p1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4" name="Google Shape;934;p1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5" name="Google Shape;935;p1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6" name="Google Shape;936;p1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7" name="Google Shape;937;p1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8" name="Google Shape;938;p1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39" name="Google Shape;939;p1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0" name="Google Shape;940;p1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1" name="Google Shape;941;p1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2" name="Google Shape;942;p1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3" name="Google Shape;943;p1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4" name="Google Shape;944;p1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5" name="Google Shape;945;p1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6" name="Google Shape;946;p1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7" name="Google Shape;947;p1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8" name="Google Shape;948;p1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49" name="Google Shape;949;p1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0" name="Google Shape;950;p1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1" name="Google Shape;951;p1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2" name="Google Shape;952;p1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3" name="Google Shape;953;p1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4" name="Google Shape;954;p1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55" name="Google Shape;955;p1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956" name="Google Shape;956;p1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957" name="Google Shape;957;p1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958" name="Google Shape;958;p1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959" name="Google Shape;959;p18"/>
          <p:cNvSpPr txBox="1"/>
          <p:nvPr>
            <p:ph idx="1" type="subTitle"/>
          </p:nvPr>
        </p:nvSpPr>
        <p:spPr>
          <a:xfrm>
            <a:off x="208725" y="2464950"/>
            <a:ext cx="3238500" cy="9132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60" name="Google Shape;960;p1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USTOM_1_1_1_1_1_1_1_1_1_1_2_1_1_1_1_1_1">
    <p:spTree>
      <p:nvGrpSpPr>
        <p:cNvPr id="961" name="Shape 961"/>
        <p:cNvGrpSpPr/>
        <p:nvPr/>
      </p:nvGrpSpPr>
      <p:grpSpPr>
        <a:xfrm>
          <a:off x="0" y="0"/>
          <a:ext cx="0" cy="0"/>
          <a:chOff x="0" y="0"/>
          <a:chExt cx="0" cy="0"/>
        </a:xfrm>
      </p:grpSpPr>
      <p:grpSp>
        <p:nvGrpSpPr>
          <p:cNvPr id="962" name="Google Shape;962;p19"/>
          <p:cNvGrpSpPr/>
          <p:nvPr/>
        </p:nvGrpSpPr>
        <p:grpSpPr>
          <a:xfrm>
            <a:off x="-6096" y="-3429"/>
            <a:ext cx="9156192" cy="5150358"/>
            <a:chOff x="0" y="0"/>
            <a:chExt cx="12192000" cy="6858000"/>
          </a:xfrm>
        </p:grpSpPr>
        <p:sp>
          <p:nvSpPr>
            <p:cNvPr id="963" name="Google Shape;963;p1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4" name="Google Shape;964;p1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5" name="Google Shape;965;p1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6" name="Google Shape;966;p1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7" name="Google Shape;967;p1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8" name="Google Shape;968;p1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69" name="Google Shape;969;p1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0" name="Google Shape;970;p1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1" name="Google Shape;971;p1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2" name="Google Shape;972;p1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3" name="Google Shape;973;p1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4" name="Google Shape;974;p1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5" name="Google Shape;975;p1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6" name="Google Shape;976;p1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7" name="Google Shape;977;p1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8" name="Google Shape;978;p1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79" name="Google Shape;979;p1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0" name="Google Shape;980;p1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1" name="Google Shape;981;p1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2" name="Google Shape;982;p1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3" name="Google Shape;983;p1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4" name="Google Shape;984;p1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5" name="Google Shape;985;p1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6" name="Google Shape;986;p1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7" name="Google Shape;987;p1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8" name="Google Shape;988;p1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89" name="Google Shape;989;p1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0" name="Google Shape;990;p1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1" name="Google Shape;991;p1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2" name="Google Shape;992;p1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3" name="Google Shape;993;p1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4" name="Google Shape;994;p1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5" name="Google Shape;995;p1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6" name="Google Shape;996;p1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7" name="Google Shape;997;p1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8" name="Google Shape;998;p1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999" name="Google Shape;999;p1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0" name="Google Shape;1000;p1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1" name="Google Shape;1001;p1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2" name="Google Shape;1002;p1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3" name="Google Shape;1003;p1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4" name="Google Shape;1004;p1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5" name="Google Shape;1005;p1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6" name="Google Shape;1006;p1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7" name="Google Shape;1007;p1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8" name="Google Shape;1008;p1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09" name="Google Shape;1009;p1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0" name="Google Shape;1010;p1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1" name="Google Shape;1011;p1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2" name="Google Shape;1012;p1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3" name="Google Shape;1013;p1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4" name="Google Shape;1014;p1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5" name="Google Shape;1015;p1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6" name="Google Shape;1016;p1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7" name="Google Shape;1017;p1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8" name="Google Shape;1018;p1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19" name="Google Shape;1019;p1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0" name="Google Shape;1020;p1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1" name="Google Shape;1021;p1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22" name="Google Shape;1022;p1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23" name="Google Shape;1023;p1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24" name="Google Shape;1024;p19"/>
          <p:cNvSpPr txBox="1"/>
          <p:nvPr>
            <p:ph idx="1" type="body"/>
          </p:nvPr>
        </p:nvSpPr>
        <p:spPr>
          <a:xfrm>
            <a:off x="1578900" y="1135050"/>
            <a:ext cx="5986200" cy="2873400"/>
          </a:xfrm>
          <a:prstGeom prst="rect">
            <a:avLst/>
          </a:prstGeom>
        </p:spPr>
        <p:txBody>
          <a:bodyPr anchorCtr="0" anchor="t" bIns="91425" lIns="91425" spcFirstLastPara="1" rIns="91425" wrap="square" tIns="91425">
            <a:noAutofit/>
          </a:bodyPr>
          <a:lstStyle>
            <a:lvl1pPr indent="-279400" lvl="0" marL="457200" algn="ctr">
              <a:spcBef>
                <a:spcPts val="0"/>
              </a:spcBef>
              <a:spcAft>
                <a:spcPts val="0"/>
              </a:spcAft>
              <a:buSzPts val="800"/>
              <a:buChar char="●"/>
              <a:defRPr/>
            </a:lvl1pPr>
            <a:lvl2pPr indent="-279400" lvl="1" marL="914400" algn="ctr">
              <a:spcBef>
                <a:spcPts val="0"/>
              </a:spcBef>
              <a:spcAft>
                <a:spcPts val="0"/>
              </a:spcAft>
              <a:buSzPts val="800"/>
              <a:buChar char="○"/>
              <a:defRPr/>
            </a:lvl2pPr>
            <a:lvl3pPr indent="-279400" lvl="2" marL="1371600" algn="ctr">
              <a:spcBef>
                <a:spcPts val="0"/>
              </a:spcBef>
              <a:spcAft>
                <a:spcPts val="0"/>
              </a:spcAft>
              <a:buSzPts val="800"/>
              <a:buChar char="■"/>
              <a:defRPr/>
            </a:lvl3pPr>
            <a:lvl4pPr indent="-279400" lvl="3" marL="1828800" algn="ctr">
              <a:spcBef>
                <a:spcPts val="0"/>
              </a:spcBef>
              <a:spcAft>
                <a:spcPts val="0"/>
              </a:spcAft>
              <a:buSzPts val="800"/>
              <a:buChar char="●"/>
              <a:defRPr/>
            </a:lvl4pPr>
            <a:lvl5pPr indent="-279400" lvl="4" marL="2286000" algn="ctr">
              <a:spcBef>
                <a:spcPts val="0"/>
              </a:spcBef>
              <a:spcAft>
                <a:spcPts val="0"/>
              </a:spcAft>
              <a:buSzPts val="800"/>
              <a:buChar char="○"/>
              <a:defRPr/>
            </a:lvl5pPr>
            <a:lvl6pPr indent="-279400" lvl="5" marL="2743200" algn="ctr">
              <a:spcBef>
                <a:spcPts val="0"/>
              </a:spcBef>
              <a:spcAft>
                <a:spcPts val="0"/>
              </a:spcAft>
              <a:buSzPts val="800"/>
              <a:buChar char="■"/>
              <a:defRPr/>
            </a:lvl6pPr>
            <a:lvl7pPr indent="-279400" lvl="6" marL="3200400" algn="ctr">
              <a:spcBef>
                <a:spcPts val="0"/>
              </a:spcBef>
              <a:spcAft>
                <a:spcPts val="0"/>
              </a:spcAft>
              <a:buSzPts val="800"/>
              <a:buChar char="●"/>
              <a:defRPr/>
            </a:lvl7pPr>
            <a:lvl8pPr indent="-279400" lvl="7" marL="3657600" algn="ctr">
              <a:spcBef>
                <a:spcPts val="0"/>
              </a:spcBef>
              <a:spcAft>
                <a:spcPts val="0"/>
              </a:spcAft>
              <a:buSzPts val="800"/>
              <a:buChar char="○"/>
              <a:defRPr/>
            </a:lvl8pPr>
            <a:lvl9pPr indent="-279400" lvl="8" marL="4114800" algn="ctr">
              <a:spcBef>
                <a:spcPts val="0"/>
              </a:spcBef>
              <a:spcAft>
                <a:spcPts val="0"/>
              </a:spcAft>
              <a:buSzPts val="800"/>
              <a:buChar char="■"/>
              <a:defRPr/>
            </a:lvl9pPr>
          </a:lstStyle>
          <a:p/>
        </p:txBody>
      </p:sp>
      <p:sp>
        <p:nvSpPr>
          <p:cNvPr id="1025" name="Google Shape;1025;p1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CUSTOM_1_1_1_1_1_1_1_1_1_1_2_1_1_1_1_1_1_1">
    <p:spTree>
      <p:nvGrpSpPr>
        <p:cNvPr id="1026" name="Shape 1026"/>
        <p:cNvGrpSpPr/>
        <p:nvPr/>
      </p:nvGrpSpPr>
      <p:grpSpPr>
        <a:xfrm>
          <a:off x="0" y="0"/>
          <a:ext cx="0" cy="0"/>
          <a:chOff x="0" y="0"/>
          <a:chExt cx="0" cy="0"/>
        </a:xfrm>
      </p:grpSpPr>
      <p:grpSp>
        <p:nvGrpSpPr>
          <p:cNvPr id="1027" name="Google Shape;1027;p20"/>
          <p:cNvGrpSpPr/>
          <p:nvPr/>
        </p:nvGrpSpPr>
        <p:grpSpPr>
          <a:xfrm>
            <a:off x="-6096" y="-3429"/>
            <a:ext cx="9156192" cy="5150358"/>
            <a:chOff x="0" y="0"/>
            <a:chExt cx="12192000" cy="6858000"/>
          </a:xfrm>
        </p:grpSpPr>
        <p:sp>
          <p:nvSpPr>
            <p:cNvPr id="1028" name="Google Shape;1028;p2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29" name="Google Shape;1029;p2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0" name="Google Shape;1030;p2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1" name="Google Shape;1031;p2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2" name="Google Shape;1032;p2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3" name="Google Shape;1033;p2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4" name="Google Shape;1034;p2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5" name="Google Shape;1035;p2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6" name="Google Shape;1036;p2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7" name="Google Shape;1037;p2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8" name="Google Shape;1038;p2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39" name="Google Shape;1039;p2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0" name="Google Shape;1040;p2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1" name="Google Shape;1041;p2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2" name="Google Shape;1042;p2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3" name="Google Shape;1043;p2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4" name="Google Shape;1044;p2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5" name="Google Shape;1045;p2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6" name="Google Shape;1046;p2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7" name="Google Shape;1047;p2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8" name="Google Shape;1048;p2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49" name="Google Shape;1049;p2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0" name="Google Shape;1050;p2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1" name="Google Shape;1051;p2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2" name="Google Shape;1052;p2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3" name="Google Shape;1053;p2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4" name="Google Shape;1054;p2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5" name="Google Shape;1055;p2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6" name="Google Shape;1056;p2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7" name="Google Shape;1057;p2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8" name="Google Shape;1058;p2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59" name="Google Shape;1059;p2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0" name="Google Shape;1060;p2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1" name="Google Shape;1061;p2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2" name="Google Shape;1062;p2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3" name="Google Shape;1063;p2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4" name="Google Shape;1064;p2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5" name="Google Shape;1065;p2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6" name="Google Shape;1066;p2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7" name="Google Shape;1067;p2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8" name="Google Shape;1068;p2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69" name="Google Shape;1069;p2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0" name="Google Shape;1070;p2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1" name="Google Shape;1071;p2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2" name="Google Shape;1072;p2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3" name="Google Shape;1073;p2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4" name="Google Shape;1074;p2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5" name="Google Shape;1075;p2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6" name="Google Shape;1076;p2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7" name="Google Shape;1077;p2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8" name="Google Shape;1078;p2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79" name="Google Shape;1079;p2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0" name="Google Shape;1080;p2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1" name="Google Shape;1081;p2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2" name="Google Shape;1082;p2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3" name="Google Shape;1083;p2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4" name="Google Shape;1084;p2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5" name="Google Shape;1085;p2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86" name="Google Shape;1086;p2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087" name="Google Shape;1087;p2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088" name="Google Shape;1088;p2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089" name="Google Shape;1089;p20"/>
          <p:cNvSpPr txBox="1"/>
          <p:nvPr>
            <p:ph idx="1" type="body"/>
          </p:nvPr>
        </p:nvSpPr>
        <p:spPr>
          <a:xfrm>
            <a:off x="2919350" y="1423650"/>
            <a:ext cx="5986200" cy="287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090" name="Google Shape;1090;p20"/>
          <p:cNvSpPr txBox="1"/>
          <p:nvPr>
            <p:ph type="title"/>
          </p:nvPr>
        </p:nvSpPr>
        <p:spPr>
          <a:xfrm>
            <a:off x="221150" y="1423650"/>
            <a:ext cx="2510100" cy="2296200"/>
          </a:xfrm>
          <a:prstGeom prst="rect">
            <a:avLst/>
          </a:prstGeom>
        </p:spPr>
        <p:txBody>
          <a:bodyPr anchorCtr="0" anchor="t" bIns="91425" lIns="91425" spcFirstLastPara="1" rIns="91425" wrap="square" tIns="91425">
            <a:spAutoFit/>
          </a:bodyPr>
          <a:lstStyle>
            <a:lvl1pPr lvl="0">
              <a:spcBef>
                <a:spcPts val="0"/>
              </a:spcBef>
              <a:spcAft>
                <a:spcPts val="0"/>
              </a:spcAft>
              <a:buSzPts val="4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091" name="Google Shape;1091;p2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 grid">
  <p:cSld name="CUSTOM_1_1_1_1_1_1_1_1_1_1_2_1_1_1_1_1_1_1_1">
    <p:spTree>
      <p:nvGrpSpPr>
        <p:cNvPr id="1092" name="Shape 1092"/>
        <p:cNvGrpSpPr/>
        <p:nvPr/>
      </p:nvGrpSpPr>
      <p:grpSpPr>
        <a:xfrm>
          <a:off x="0" y="0"/>
          <a:ext cx="0" cy="0"/>
          <a:chOff x="0" y="0"/>
          <a:chExt cx="0" cy="0"/>
        </a:xfrm>
      </p:grpSpPr>
      <p:grpSp>
        <p:nvGrpSpPr>
          <p:cNvPr id="1093" name="Google Shape;1093;p21"/>
          <p:cNvGrpSpPr/>
          <p:nvPr/>
        </p:nvGrpSpPr>
        <p:grpSpPr>
          <a:xfrm>
            <a:off x="-6096" y="-3429"/>
            <a:ext cx="9156192" cy="5150358"/>
            <a:chOff x="0" y="0"/>
            <a:chExt cx="12192000" cy="6858000"/>
          </a:xfrm>
        </p:grpSpPr>
        <p:sp>
          <p:nvSpPr>
            <p:cNvPr id="1094" name="Google Shape;1094;p2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5" name="Google Shape;1095;p2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6" name="Google Shape;1096;p2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7" name="Google Shape;1097;p2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8" name="Google Shape;1098;p2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099" name="Google Shape;1099;p2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0" name="Google Shape;1100;p2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1" name="Google Shape;1101;p2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2" name="Google Shape;1102;p2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3" name="Google Shape;1103;p2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4" name="Google Shape;1104;p2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5" name="Google Shape;1105;p2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6" name="Google Shape;1106;p2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7" name="Google Shape;1107;p2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8" name="Google Shape;1108;p2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09" name="Google Shape;1109;p2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0" name="Google Shape;1110;p2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1" name="Google Shape;1111;p2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2" name="Google Shape;1112;p2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3" name="Google Shape;1113;p2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4" name="Google Shape;1114;p2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5" name="Google Shape;1115;p2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6" name="Google Shape;1116;p2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7" name="Google Shape;1117;p2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8" name="Google Shape;1118;p2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19" name="Google Shape;1119;p2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0" name="Google Shape;1120;p2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1" name="Google Shape;1121;p2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2" name="Google Shape;1122;p2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3" name="Google Shape;1123;p2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4" name="Google Shape;1124;p2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5" name="Google Shape;1125;p2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6" name="Google Shape;1126;p2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7" name="Google Shape;1127;p2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8" name="Google Shape;1128;p2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29" name="Google Shape;1129;p2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0" name="Google Shape;1130;p2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1" name="Google Shape;1131;p2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2" name="Google Shape;1132;p2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3" name="Google Shape;1133;p2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4" name="Google Shape;1134;p2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5" name="Google Shape;1135;p2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6" name="Google Shape;1136;p2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7" name="Google Shape;1137;p2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8" name="Google Shape;1138;p2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39" name="Google Shape;1139;p2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0" name="Google Shape;1140;p2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1" name="Google Shape;1141;p2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2" name="Google Shape;1142;p2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3" name="Google Shape;1143;p2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4" name="Google Shape;1144;p2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5" name="Google Shape;1145;p2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6" name="Google Shape;1146;p2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7" name="Google Shape;1147;p2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8" name="Google Shape;1148;p2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49" name="Google Shape;1149;p2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0" name="Google Shape;1150;p2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1" name="Google Shape;1151;p2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52" name="Google Shape;1152;p2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153" name="Google Shape;1153;p2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4" name="Google Shape;1154;p2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5" name="Google Shape;1155;p2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p:cSld name="CUSTOM_1_1_1_1_1_1_1_1_1_1_2_1_1_1_1_1_1_1_1_1">
    <p:spTree>
      <p:nvGrpSpPr>
        <p:cNvPr id="1156" name="Shape 1156"/>
        <p:cNvGrpSpPr/>
        <p:nvPr/>
      </p:nvGrpSpPr>
      <p:grpSpPr>
        <a:xfrm>
          <a:off x="0" y="0"/>
          <a:ext cx="0" cy="0"/>
          <a:chOff x="0" y="0"/>
          <a:chExt cx="0" cy="0"/>
        </a:xfrm>
      </p:grpSpPr>
      <p:sp>
        <p:nvSpPr>
          <p:cNvPr id="1157" name="Google Shape;1157;p2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sp>
        <p:nvSpPr>
          <p:cNvPr id="1158" name="Google Shape;1158;p2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159" name="Google Shape;1159;p2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genda">
  <p:cSld name="CUSTOM_1_1_1_1_1_1_1_1_1_1_2_1_1_1_1_1_1_1_1_1_1">
    <p:spTree>
      <p:nvGrpSpPr>
        <p:cNvPr id="1160" name="Shape 1160"/>
        <p:cNvGrpSpPr/>
        <p:nvPr/>
      </p:nvGrpSpPr>
      <p:grpSpPr>
        <a:xfrm>
          <a:off x="0" y="0"/>
          <a:ext cx="0" cy="0"/>
          <a:chOff x="0" y="0"/>
          <a:chExt cx="0" cy="0"/>
        </a:xfrm>
      </p:grpSpPr>
      <p:sp>
        <p:nvSpPr>
          <p:cNvPr id="1161" name="Google Shape;1161;p23"/>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162" name="Google Shape;1162;p23"/>
          <p:cNvGrpSpPr/>
          <p:nvPr/>
        </p:nvGrpSpPr>
        <p:grpSpPr>
          <a:xfrm>
            <a:off x="-6096" y="-3429"/>
            <a:ext cx="9156192" cy="5150358"/>
            <a:chOff x="0" y="0"/>
            <a:chExt cx="12192000" cy="6858000"/>
          </a:xfrm>
        </p:grpSpPr>
        <p:sp>
          <p:nvSpPr>
            <p:cNvPr id="1163" name="Google Shape;1163;p23"/>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4" name="Google Shape;1164;p23"/>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5" name="Google Shape;1165;p23"/>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6" name="Google Shape;1166;p23"/>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7" name="Google Shape;1167;p23"/>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8" name="Google Shape;1168;p23"/>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69" name="Google Shape;1169;p23"/>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0" name="Google Shape;1170;p23"/>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1" name="Google Shape;1171;p23"/>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2" name="Google Shape;1172;p23"/>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3" name="Google Shape;1173;p23"/>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4" name="Google Shape;1174;p23"/>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5" name="Google Shape;1175;p23"/>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6" name="Google Shape;1176;p23"/>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7" name="Google Shape;1177;p23"/>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8" name="Google Shape;1178;p23"/>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79" name="Google Shape;1179;p23"/>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0" name="Google Shape;1180;p23"/>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1" name="Google Shape;1181;p23"/>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2" name="Google Shape;1182;p23"/>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3" name="Google Shape;1183;p23"/>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4" name="Google Shape;1184;p23"/>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5" name="Google Shape;1185;p23"/>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6" name="Google Shape;1186;p23"/>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7" name="Google Shape;1187;p23"/>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8" name="Google Shape;1188;p23"/>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89" name="Google Shape;1189;p23"/>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0" name="Google Shape;1190;p23"/>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1" name="Google Shape;1191;p23"/>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2" name="Google Shape;1192;p23"/>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3" name="Google Shape;1193;p23"/>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4" name="Google Shape;1194;p23"/>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5" name="Google Shape;1195;p23"/>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6" name="Google Shape;1196;p23"/>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7" name="Google Shape;1197;p23"/>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8" name="Google Shape;1198;p23"/>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199" name="Google Shape;1199;p23"/>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0" name="Google Shape;1200;p23"/>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1" name="Google Shape;1201;p23"/>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2" name="Google Shape;1202;p23"/>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3" name="Google Shape;1203;p23"/>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4" name="Google Shape;1204;p23"/>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5" name="Google Shape;1205;p23"/>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6" name="Google Shape;1206;p23"/>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7" name="Google Shape;1207;p23"/>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8" name="Google Shape;1208;p23"/>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09" name="Google Shape;1209;p23"/>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0" name="Google Shape;1210;p23"/>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1" name="Google Shape;1211;p23"/>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2" name="Google Shape;1212;p23"/>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3" name="Google Shape;1213;p23"/>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4" name="Google Shape;1214;p23"/>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5" name="Google Shape;1215;p23"/>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6" name="Google Shape;1216;p23"/>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7" name="Google Shape;1217;p23"/>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8" name="Google Shape;1218;p23"/>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19" name="Google Shape;1219;p23"/>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0" name="Google Shape;1220;p23"/>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21" name="Google Shape;1221;p23"/>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22" name="Google Shape;1222;p23"/>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23" name="Google Shape;1223;p23"/>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24" name="Google Shape;1224;p23"/>
          <p:cNvSpPr txBox="1"/>
          <p:nvPr>
            <p:ph idx="1" type="subTitle"/>
          </p:nvPr>
        </p:nvSpPr>
        <p:spPr>
          <a:xfrm>
            <a:off x="20872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5" name="Google Shape;1225;p23"/>
          <p:cNvSpPr txBox="1"/>
          <p:nvPr>
            <p:ph idx="2" type="subTitle"/>
          </p:nvPr>
        </p:nvSpPr>
        <p:spPr>
          <a:xfrm>
            <a:off x="3281550"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6" name="Google Shape;1226;p23"/>
          <p:cNvSpPr txBox="1"/>
          <p:nvPr>
            <p:ph idx="3" type="subTitle"/>
          </p:nvPr>
        </p:nvSpPr>
        <p:spPr>
          <a:xfrm>
            <a:off x="6354375" y="2464950"/>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7" name="Google Shape;1227;p23"/>
          <p:cNvSpPr txBox="1"/>
          <p:nvPr>
            <p:ph idx="4" type="subTitle"/>
          </p:nvPr>
        </p:nvSpPr>
        <p:spPr>
          <a:xfrm>
            <a:off x="20872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8" name="Google Shape;1228;p23"/>
          <p:cNvSpPr txBox="1"/>
          <p:nvPr>
            <p:ph idx="5" type="subTitle"/>
          </p:nvPr>
        </p:nvSpPr>
        <p:spPr>
          <a:xfrm>
            <a:off x="3281550"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29" name="Google Shape;1229;p23"/>
          <p:cNvSpPr txBox="1"/>
          <p:nvPr>
            <p:ph idx="6" type="subTitle"/>
          </p:nvPr>
        </p:nvSpPr>
        <p:spPr>
          <a:xfrm>
            <a:off x="6354375" y="3659899"/>
            <a:ext cx="2580900" cy="7200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230" name="Google Shape;1230;p23"/>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body and image">
  <p:cSld name="CUSTOM_1_1_1_1_1_1_1_1_1_1_2_1_1_1_1_1_1_1_1_1_1_1">
    <p:spTree>
      <p:nvGrpSpPr>
        <p:cNvPr id="1231" name="Shape 1231"/>
        <p:cNvGrpSpPr/>
        <p:nvPr/>
      </p:nvGrpSpPr>
      <p:grpSpPr>
        <a:xfrm>
          <a:off x="0" y="0"/>
          <a:ext cx="0" cy="0"/>
          <a:chOff x="0" y="0"/>
          <a:chExt cx="0" cy="0"/>
        </a:xfrm>
      </p:grpSpPr>
      <p:sp>
        <p:nvSpPr>
          <p:cNvPr id="1232" name="Google Shape;1232;p24"/>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233" name="Google Shape;1233;p24"/>
          <p:cNvGrpSpPr/>
          <p:nvPr/>
        </p:nvGrpSpPr>
        <p:grpSpPr>
          <a:xfrm>
            <a:off x="-6096" y="-3429"/>
            <a:ext cx="9156192" cy="5150358"/>
            <a:chOff x="0" y="0"/>
            <a:chExt cx="12192000" cy="6858000"/>
          </a:xfrm>
        </p:grpSpPr>
        <p:sp>
          <p:nvSpPr>
            <p:cNvPr id="1234" name="Google Shape;1234;p24"/>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5" name="Google Shape;1235;p24"/>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6" name="Google Shape;1236;p24"/>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7" name="Google Shape;1237;p24"/>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8" name="Google Shape;1238;p24"/>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39" name="Google Shape;1239;p24"/>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0" name="Google Shape;1240;p24"/>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1" name="Google Shape;1241;p24"/>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2" name="Google Shape;1242;p24"/>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3" name="Google Shape;1243;p24"/>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4" name="Google Shape;1244;p24"/>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5" name="Google Shape;1245;p24"/>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6" name="Google Shape;1246;p24"/>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7" name="Google Shape;1247;p24"/>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8" name="Google Shape;1248;p24"/>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49" name="Google Shape;1249;p24"/>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0" name="Google Shape;1250;p24"/>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1" name="Google Shape;1251;p24"/>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2" name="Google Shape;1252;p24"/>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3" name="Google Shape;1253;p24"/>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4" name="Google Shape;1254;p24"/>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5" name="Google Shape;1255;p24"/>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6" name="Google Shape;1256;p24"/>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7" name="Google Shape;1257;p24"/>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8" name="Google Shape;1258;p24"/>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59" name="Google Shape;1259;p24"/>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0" name="Google Shape;1260;p24"/>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1" name="Google Shape;1261;p24"/>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2" name="Google Shape;1262;p24"/>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3" name="Google Shape;1263;p24"/>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4" name="Google Shape;1264;p24"/>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5" name="Google Shape;1265;p24"/>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6" name="Google Shape;1266;p24"/>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7" name="Google Shape;1267;p24"/>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8" name="Google Shape;1268;p24"/>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69" name="Google Shape;1269;p24"/>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0" name="Google Shape;1270;p24"/>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1" name="Google Shape;1271;p24"/>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2" name="Google Shape;1272;p24"/>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3" name="Google Shape;1273;p24"/>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4" name="Google Shape;1274;p24"/>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5" name="Google Shape;1275;p24"/>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6" name="Google Shape;1276;p24"/>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7" name="Google Shape;1277;p24"/>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8" name="Google Shape;1278;p24"/>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79" name="Google Shape;1279;p24"/>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0" name="Google Shape;1280;p24"/>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1" name="Google Shape;1281;p24"/>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2" name="Google Shape;1282;p24"/>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3" name="Google Shape;1283;p24"/>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4" name="Google Shape;1284;p24"/>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5" name="Google Shape;1285;p24"/>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6" name="Google Shape;1286;p24"/>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7" name="Google Shape;1287;p24"/>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8" name="Google Shape;1288;p24"/>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89" name="Google Shape;1289;p24"/>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0" name="Google Shape;1290;p24"/>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1" name="Google Shape;1291;p24"/>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292" name="Google Shape;1292;p24"/>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293" name="Google Shape;1293;p24"/>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294" name="Google Shape;1294;p24"/>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295" name="Google Shape;1295;p24"/>
          <p:cNvSpPr txBox="1"/>
          <p:nvPr>
            <p:ph idx="1" type="body"/>
          </p:nvPr>
        </p:nvSpPr>
        <p:spPr>
          <a:xfrm>
            <a:off x="208725" y="2304400"/>
            <a:ext cx="33528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296" name="Google Shape;1296;p24"/>
          <p:cNvSpPr/>
          <p:nvPr>
            <p:ph idx="2" type="pic"/>
          </p:nvPr>
        </p:nvSpPr>
        <p:spPr>
          <a:xfrm>
            <a:off x="3769050" y="2304400"/>
            <a:ext cx="5156700" cy="2568600"/>
          </a:xfrm>
          <a:prstGeom prst="roundRect">
            <a:avLst>
              <a:gd fmla="val 4123" name="adj"/>
            </a:avLst>
          </a:prstGeom>
          <a:noFill/>
          <a:ln>
            <a:noFill/>
          </a:ln>
        </p:spPr>
      </p:sp>
      <p:sp>
        <p:nvSpPr>
          <p:cNvPr id="1297" name="Google Shape;1297;p24"/>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big ideas">
  <p:cSld name="CUSTOM_1_1_1_1_1_1_1_1_1_1_2_1_1_1_1_1_1_1_1_1_1_1_1">
    <p:spTree>
      <p:nvGrpSpPr>
        <p:cNvPr id="1298" name="Shape 1298"/>
        <p:cNvGrpSpPr/>
        <p:nvPr/>
      </p:nvGrpSpPr>
      <p:grpSpPr>
        <a:xfrm>
          <a:off x="0" y="0"/>
          <a:ext cx="0" cy="0"/>
          <a:chOff x="0" y="0"/>
          <a:chExt cx="0" cy="0"/>
        </a:xfrm>
      </p:grpSpPr>
      <p:sp>
        <p:nvSpPr>
          <p:cNvPr id="1299" name="Google Shape;1299;p25"/>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00" name="Google Shape;1300;p25"/>
          <p:cNvGrpSpPr/>
          <p:nvPr/>
        </p:nvGrpSpPr>
        <p:grpSpPr>
          <a:xfrm>
            <a:off x="-6096" y="-3429"/>
            <a:ext cx="9156192" cy="5150358"/>
            <a:chOff x="0" y="0"/>
            <a:chExt cx="12192000" cy="6858000"/>
          </a:xfrm>
        </p:grpSpPr>
        <p:sp>
          <p:nvSpPr>
            <p:cNvPr id="1301" name="Google Shape;1301;p25"/>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2" name="Google Shape;1302;p25"/>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3" name="Google Shape;1303;p25"/>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4" name="Google Shape;1304;p25"/>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5" name="Google Shape;1305;p25"/>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6" name="Google Shape;1306;p25"/>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7" name="Google Shape;1307;p25"/>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8" name="Google Shape;1308;p25"/>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09" name="Google Shape;1309;p25"/>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0" name="Google Shape;1310;p25"/>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1" name="Google Shape;1311;p25"/>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2" name="Google Shape;1312;p25"/>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3" name="Google Shape;1313;p25"/>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4" name="Google Shape;1314;p25"/>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5" name="Google Shape;1315;p25"/>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6" name="Google Shape;1316;p25"/>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7" name="Google Shape;1317;p25"/>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8" name="Google Shape;1318;p25"/>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19" name="Google Shape;1319;p25"/>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0" name="Google Shape;1320;p25"/>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1" name="Google Shape;1321;p25"/>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2" name="Google Shape;1322;p25"/>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3" name="Google Shape;1323;p25"/>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4" name="Google Shape;1324;p25"/>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5" name="Google Shape;1325;p25"/>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6" name="Google Shape;1326;p25"/>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7" name="Google Shape;1327;p25"/>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8" name="Google Shape;1328;p25"/>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29" name="Google Shape;1329;p25"/>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0" name="Google Shape;1330;p25"/>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1" name="Google Shape;1331;p25"/>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2" name="Google Shape;1332;p25"/>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3" name="Google Shape;1333;p25"/>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4" name="Google Shape;1334;p25"/>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5" name="Google Shape;1335;p25"/>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6" name="Google Shape;1336;p25"/>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7" name="Google Shape;1337;p25"/>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8" name="Google Shape;1338;p25"/>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39" name="Google Shape;1339;p25"/>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0" name="Google Shape;1340;p25"/>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1" name="Google Shape;1341;p25"/>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2" name="Google Shape;1342;p25"/>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3" name="Google Shape;1343;p25"/>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4" name="Google Shape;1344;p25"/>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5" name="Google Shape;1345;p25"/>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6" name="Google Shape;1346;p25"/>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7" name="Google Shape;1347;p25"/>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8" name="Google Shape;1348;p25"/>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49" name="Google Shape;1349;p25"/>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0" name="Google Shape;1350;p25"/>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1" name="Google Shape;1351;p25"/>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2" name="Google Shape;1352;p25"/>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3" name="Google Shape;1353;p25"/>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4" name="Google Shape;1354;p25"/>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5" name="Google Shape;1355;p25"/>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6" name="Google Shape;1356;p25"/>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7" name="Google Shape;1357;p25"/>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8" name="Google Shape;1358;p25"/>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59" name="Google Shape;1359;p25"/>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360" name="Google Shape;1360;p25"/>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361" name="Google Shape;1361;p25"/>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62" name="Google Shape;1362;p25"/>
          <p:cNvSpPr txBox="1"/>
          <p:nvPr>
            <p:ph idx="1" type="body"/>
          </p:nvPr>
        </p:nvSpPr>
        <p:spPr>
          <a:xfrm>
            <a:off x="11736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3" name="Google Shape;1363;p25"/>
          <p:cNvSpPr txBox="1"/>
          <p:nvPr>
            <p:ph idx="2" type="subTitle"/>
          </p:nvPr>
        </p:nvSpPr>
        <p:spPr>
          <a:xfrm>
            <a:off x="11736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4" name="Google Shape;1364;p25"/>
          <p:cNvSpPr txBox="1"/>
          <p:nvPr>
            <p:ph idx="3" type="body"/>
          </p:nvPr>
        </p:nvSpPr>
        <p:spPr>
          <a:xfrm>
            <a:off x="4916100" y="2751950"/>
            <a:ext cx="30543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365" name="Google Shape;1365;p25"/>
          <p:cNvSpPr txBox="1"/>
          <p:nvPr>
            <p:ph idx="4" type="subTitle"/>
          </p:nvPr>
        </p:nvSpPr>
        <p:spPr>
          <a:xfrm>
            <a:off x="4916100" y="2160100"/>
            <a:ext cx="30543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66" name="Google Shape;1366;p25"/>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big ideas">
  <p:cSld name="CUSTOM_1_1_1_1_1_1_1_1_1_1_2_1_1_1_1_1_1_1_1_1_1_1_1_1">
    <p:spTree>
      <p:nvGrpSpPr>
        <p:cNvPr id="1367" name="Shape 1367"/>
        <p:cNvGrpSpPr/>
        <p:nvPr/>
      </p:nvGrpSpPr>
      <p:grpSpPr>
        <a:xfrm>
          <a:off x="0" y="0"/>
          <a:ext cx="0" cy="0"/>
          <a:chOff x="0" y="0"/>
          <a:chExt cx="0" cy="0"/>
        </a:xfrm>
      </p:grpSpPr>
      <p:sp>
        <p:nvSpPr>
          <p:cNvPr id="1368" name="Google Shape;1368;p26"/>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369" name="Google Shape;1369;p26"/>
          <p:cNvGrpSpPr/>
          <p:nvPr/>
        </p:nvGrpSpPr>
        <p:grpSpPr>
          <a:xfrm>
            <a:off x="-6096" y="-3429"/>
            <a:ext cx="9156192" cy="5150358"/>
            <a:chOff x="0" y="0"/>
            <a:chExt cx="12192000" cy="6858000"/>
          </a:xfrm>
        </p:grpSpPr>
        <p:sp>
          <p:nvSpPr>
            <p:cNvPr id="1370" name="Google Shape;1370;p26"/>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1" name="Google Shape;1371;p26"/>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2" name="Google Shape;1372;p26"/>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3" name="Google Shape;1373;p26"/>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4" name="Google Shape;1374;p26"/>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5" name="Google Shape;1375;p26"/>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6" name="Google Shape;1376;p26"/>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7" name="Google Shape;1377;p26"/>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8" name="Google Shape;1378;p26"/>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79" name="Google Shape;1379;p26"/>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0" name="Google Shape;1380;p26"/>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1" name="Google Shape;1381;p26"/>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2" name="Google Shape;1382;p26"/>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3" name="Google Shape;1383;p26"/>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4" name="Google Shape;1384;p26"/>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5" name="Google Shape;1385;p26"/>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6" name="Google Shape;1386;p26"/>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7" name="Google Shape;1387;p26"/>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8" name="Google Shape;1388;p26"/>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89" name="Google Shape;1389;p26"/>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0" name="Google Shape;1390;p26"/>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1" name="Google Shape;1391;p26"/>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2" name="Google Shape;1392;p26"/>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3" name="Google Shape;1393;p26"/>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4" name="Google Shape;1394;p26"/>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5" name="Google Shape;1395;p26"/>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6" name="Google Shape;1396;p26"/>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7" name="Google Shape;1397;p26"/>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8" name="Google Shape;1398;p26"/>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399" name="Google Shape;1399;p26"/>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0" name="Google Shape;1400;p26"/>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1" name="Google Shape;1401;p26"/>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2" name="Google Shape;1402;p26"/>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3" name="Google Shape;1403;p26"/>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4" name="Google Shape;1404;p26"/>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5" name="Google Shape;1405;p26"/>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6" name="Google Shape;1406;p26"/>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7" name="Google Shape;1407;p26"/>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8" name="Google Shape;1408;p26"/>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09" name="Google Shape;1409;p26"/>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0" name="Google Shape;1410;p26"/>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1" name="Google Shape;1411;p26"/>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2" name="Google Shape;1412;p26"/>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3" name="Google Shape;1413;p26"/>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4" name="Google Shape;1414;p26"/>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5" name="Google Shape;1415;p26"/>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6" name="Google Shape;1416;p26"/>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7" name="Google Shape;1417;p26"/>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8" name="Google Shape;1418;p26"/>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19" name="Google Shape;1419;p26"/>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0" name="Google Shape;1420;p26"/>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1" name="Google Shape;1421;p26"/>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2" name="Google Shape;1422;p26"/>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3" name="Google Shape;1423;p26"/>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4" name="Google Shape;1424;p26"/>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5" name="Google Shape;1425;p26"/>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6" name="Google Shape;1426;p26"/>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7" name="Google Shape;1427;p26"/>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28" name="Google Shape;1428;p26"/>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429" name="Google Shape;1429;p26"/>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430" name="Google Shape;1430;p26"/>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431" name="Google Shape;1431;p26"/>
          <p:cNvSpPr txBox="1"/>
          <p:nvPr>
            <p:ph idx="1" type="body"/>
          </p:nvPr>
        </p:nvSpPr>
        <p:spPr>
          <a:xfrm>
            <a:off x="208725"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2" name="Google Shape;1432;p26"/>
          <p:cNvSpPr txBox="1"/>
          <p:nvPr>
            <p:ph idx="2" type="subTitle"/>
          </p:nvPr>
        </p:nvSpPr>
        <p:spPr>
          <a:xfrm>
            <a:off x="208725"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3" name="Google Shape;1433;p26"/>
          <p:cNvSpPr txBox="1"/>
          <p:nvPr>
            <p:ph idx="3" type="body"/>
          </p:nvPr>
        </p:nvSpPr>
        <p:spPr>
          <a:xfrm>
            <a:off x="3310098"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4" name="Google Shape;1434;p26"/>
          <p:cNvSpPr txBox="1"/>
          <p:nvPr>
            <p:ph idx="4" type="subTitle"/>
          </p:nvPr>
        </p:nvSpPr>
        <p:spPr>
          <a:xfrm>
            <a:off x="3310098"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5" name="Google Shape;1435;p26"/>
          <p:cNvSpPr txBox="1"/>
          <p:nvPr>
            <p:ph idx="5" type="body"/>
          </p:nvPr>
        </p:nvSpPr>
        <p:spPr>
          <a:xfrm>
            <a:off x="6411471" y="2751950"/>
            <a:ext cx="25311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436" name="Google Shape;1436;p26"/>
          <p:cNvSpPr txBox="1"/>
          <p:nvPr>
            <p:ph idx="6" type="subTitle"/>
          </p:nvPr>
        </p:nvSpPr>
        <p:spPr>
          <a:xfrm>
            <a:off x="6411471" y="2160100"/>
            <a:ext cx="25311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437" name="Google Shape;1437;p26"/>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Four big ideas ">
  <p:cSld name="CUSTOM_1_1_1_1_1_1_1_1_1_1_2_1_1_1_1_1_1_1_1_1_1_1_1_1_1">
    <p:spTree>
      <p:nvGrpSpPr>
        <p:cNvPr id="1438" name="Shape 1438"/>
        <p:cNvGrpSpPr/>
        <p:nvPr/>
      </p:nvGrpSpPr>
      <p:grpSpPr>
        <a:xfrm>
          <a:off x="0" y="0"/>
          <a:ext cx="0" cy="0"/>
          <a:chOff x="0" y="0"/>
          <a:chExt cx="0" cy="0"/>
        </a:xfrm>
      </p:grpSpPr>
      <p:sp>
        <p:nvSpPr>
          <p:cNvPr id="1439" name="Google Shape;1439;p27"/>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440" name="Google Shape;1440;p27"/>
          <p:cNvGrpSpPr/>
          <p:nvPr/>
        </p:nvGrpSpPr>
        <p:grpSpPr>
          <a:xfrm>
            <a:off x="-6096" y="-3429"/>
            <a:ext cx="9156192" cy="5150358"/>
            <a:chOff x="0" y="0"/>
            <a:chExt cx="12192000" cy="6858000"/>
          </a:xfrm>
        </p:grpSpPr>
        <p:sp>
          <p:nvSpPr>
            <p:cNvPr id="1441" name="Google Shape;1441;p27"/>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2" name="Google Shape;1442;p27"/>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3" name="Google Shape;1443;p27"/>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4" name="Google Shape;1444;p27"/>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5" name="Google Shape;1445;p27"/>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6" name="Google Shape;1446;p27"/>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7" name="Google Shape;1447;p27"/>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8" name="Google Shape;1448;p27"/>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49" name="Google Shape;1449;p27"/>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0" name="Google Shape;1450;p27"/>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1" name="Google Shape;1451;p27"/>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2" name="Google Shape;1452;p27"/>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3" name="Google Shape;1453;p27"/>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4" name="Google Shape;1454;p27"/>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5" name="Google Shape;1455;p27"/>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6" name="Google Shape;1456;p27"/>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7" name="Google Shape;1457;p27"/>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8" name="Google Shape;1458;p27"/>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59" name="Google Shape;1459;p27"/>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0" name="Google Shape;1460;p27"/>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1" name="Google Shape;1461;p27"/>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2" name="Google Shape;1462;p27"/>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3" name="Google Shape;1463;p27"/>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4" name="Google Shape;1464;p27"/>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5" name="Google Shape;1465;p27"/>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6" name="Google Shape;1466;p27"/>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7" name="Google Shape;1467;p27"/>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8" name="Google Shape;1468;p27"/>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69" name="Google Shape;1469;p27"/>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0" name="Google Shape;1470;p27"/>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1" name="Google Shape;1471;p27"/>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2" name="Google Shape;1472;p27"/>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3" name="Google Shape;1473;p27"/>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4" name="Google Shape;1474;p27"/>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5" name="Google Shape;1475;p27"/>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6" name="Google Shape;1476;p27"/>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7" name="Google Shape;1477;p27"/>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8" name="Google Shape;1478;p27"/>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79" name="Google Shape;1479;p27"/>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0" name="Google Shape;1480;p27"/>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1" name="Google Shape;1481;p27"/>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2" name="Google Shape;1482;p27"/>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3" name="Google Shape;1483;p27"/>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4" name="Google Shape;1484;p27"/>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5" name="Google Shape;1485;p27"/>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6" name="Google Shape;1486;p27"/>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7" name="Google Shape;1487;p27"/>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8" name="Google Shape;1488;p27"/>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89" name="Google Shape;1489;p27"/>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0" name="Google Shape;1490;p27"/>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1" name="Google Shape;1491;p27"/>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2" name="Google Shape;1492;p27"/>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3" name="Google Shape;1493;p27"/>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4" name="Google Shape;1494;p27"/>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5" name="Google Shape;1495;p27"/>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6" name="Google Shape;1496;p27"/>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7" name="Google Shape;1497;p27"/>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8" name="Google Shape;1498;p27"/>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499" name="Google Shape;1499;p27"/>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00" name="Google Shape;1500;p27"/>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01" name="Google Shape;1501;p27"/>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02" name="Google Shape;1502;p27"/>
          <p:cNvSpPr txBox="1"/>
          <p:nvPr>
            <p:ph idx="1" type="body"/>
          </p:nvPr>
        </p:nvSpPr>
        <p:spPr>
          <a:xfrm>
            <a:off x="208725"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3" name="Google Shape;1503;p27"/>
          <p:cNvSpPr txBox="1"/>
          <p:nvPr>
            <p:ph idx="2" type="subTitle"/>
          </p:nvPr>
        </p:nvSpPr>
        <p:spPr>
          <a:xfrm>
            <a:off x="208725"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4" name="Google Shape;1504;p27"/>
          <p:cNvSpPr txBox="1"/>
          <p:nvPr>
            <p:ph idx="3" type="body"/>
          </p:nvPr>
        </p:nvSpPr>
        <p:spPr>
          <a:xfrm>
            <a:off x="2500573"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5" name="Google Shape;1505;p27"/>
          <p:cNvSpPr txBox="1"/>
          <p:nvPr>
            <p:ph idx="4" type="subTitle"/>
          </p:nvPr>
        </p:nvSpPr>
        <p:spPr>
          <a:xfrm>
            <a:off x="2500573"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6" name="Google Shape;1506;p27"/>
          <p:cNvSpPr txBox="1"/>
          <p:nvPr>
            <p:ph idx="5" type="body"/>
          </p:nvPr>
        </p:nvSpPr>
        <p:spPr>
          <a:xfrm>
            <a:off x="479242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7" name="Google Shape;1507;p27"/>
          <p:cNvSpPr txBox="1"/>
          <p:nvPr>
            <p:ph idx="6" type="subTitle"/>
          </p:nvPr>
        </p:nvSpPr>
        <p:spPr>
          <a:xfrm>
            <a:off x="479242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08" name="Google Shape;1508;p27"/>
          <p:cNvSpPr txBox="1"/>
          <p:nvPr>
            <p:ph idx="7" type="body"/>
          </p:nvPr>
        </p:nvSpPr>
        <p:spPr>
          <a:xfrm>
            <a:off x="7084271" y="2751950"/>
            <a:ext cx="1870500" cy="19134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509" name="Google Shape;1509;p27"/>
          <p:cNvSpPr txBox="1"/>
          <p:nvPr>
            <p:ph idx="8" type="subTitle"/>
          </p:nvPr>
        </p:nvSpPr>
        <p:spPr>
          <a:xfrm>
            <a:off x="7084271" y="2160100"/>
            <a:ext cx="1870500" cy="5229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510" name="Google Shape;1510;p27"/>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image">
  <p:cSld name="CUSTOM_1_1_1_1_1_1_1_1_1_1_2_1_1_1_1_1_1_1_1_1_1_1_1_1_1_1">
    <p:spTree>
      <p:nvGrpSpPr>
        <p:cNvPr id="1511" name="Shape 1511"/>
        <p:cNvGrpSpPr/>
        <p:nvPr/>
      </p:nvGrpSpPr>
      <p:grpSpPr>
        <a:xfrm>
          <a:off x="0" y="0"/>
          <a:ext cx="0" cy="0"/>
          <a:chOff x="0" y="0"/>
          <a:chExt cx="0" cy="0"/>
        </a:xfrm>
      </p:grpSpPr>
      <p:sp>
        <p:nvSpPr>
          <p:cNvPr id="1512" name="Google Shape;1512;p28"/>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13" name="Google Shape;1513;p28"/>
          <p:cNvGrpSpPr/>
          <p:nvPr/>
        </p:nvGrpSpPr>
        <p:grpSpPr>
          <a:xfrm>
            <a:off x="-6096" y="-3429"/>
            <a:ext cx="9156192" cy="5150358"/>
            <a:chOff x="0" y="0"/>
            <a:chExt cx="12192000" cy="6858000"/>
          </a:xfrm>
        </p:grpSpPr>
        <p:sp>
          <p:nvSpPr>
            <p:cNvPr id="1514" name="Google Shape;1514;p28"/>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5" name="Google Shape;1515;p28"/>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6" name="Google Shape;1516;p28"/>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7" name="Google Shape;1517;p28"/>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8" name="Google Shape;1518;p28"/>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19" name="Google Shape;1519;p28"/>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0" name="Google Shape;1520;p28"/>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1" name="Google Shape;1521;p28"/>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2" name="Google Shape;1522;p28"/>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3" name="Google Shape;1523;p28"/>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4" name="Google Shape;1524;p28"/>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5" name="Google Shape;1525;p28"/>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6" name="Google Shape;1526;p28"/>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7" name="Google Shape;1527;p28"/>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8" name="Google Shape;1528;p28"/>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29" name="Google Shape;1529;p28"/>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0" name="Google Shape;1530;p28"/>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1" name="Google Shape;1531;p28"/>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2" name="Google Shape;1532;p28"/>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3" name="Google Shape;1533;p28"/>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4" name="Google Shape;1534;p28"/>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5" name="Google Shape;1535;p28"/>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6" name="Google Shape;1536;p28"/>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7" name="Google Shape;1537;p28"/>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8" name="Google Shape;1538;p28"/>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39" name="Google Shape;1539;p28"/>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0" name="Google Shape;1540;p28"/>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1" name="Google Shape;1541;p28"/>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2" name="Google Shape;1542;p28"/>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3" name="Google Shape;1543;p28"/>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4" name="Google Shape;1544;p28"/>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5" name="Google Shape;1545;p28"/>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6" name="Google Shape;1546;p28"/>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7" name="Google Shape;1547;p28"/>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8" name="Google Shape;1548;p28"/>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49" name="Google Shape;1549;p28"/>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0" name="Google Shape;1550;p28"/>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1" name="Google Shape;1551;p28"/>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2" name="Google Shape;1552;p28"/>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3" name="Google Shape;1553;p28"/>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4" name="Google Shape;1554;p28"/>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5" name="Google Shape;1555;p28"/>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6" name="Google Shape;1556;p28"/>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7" name="Google Shape;1557;p28"/>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8" name="Google Shape;1558;p28"/>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59" name="Google Shape;1559;p28"/>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0" name="Google Shape;1560;p28"/>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1" name="Google Shape;1561;p28"/>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2" name="Google Shape;1562;p28"/>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3" name="Google Shape;1563;p28"/>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4" name="Google Shape;1564;p28"/>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5" name="Google Shape;1565;p28"/>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6" name="Google Shape;1566;p28"/>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7" name="Google Shape;1567;p28"/>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8" name="Google Shape;1568;p28"/>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69" name="Google Shape;1569;p28"/>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0" name="Google Shape;1570;p28"/>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1" name="Google Shape;1571;p28"/>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72" name="Google Shape;1572;p28"/>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573" name="Google Shape;1573;p28"/>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574" name="Google Shape;1574;p28"/>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575" name="Google Shape;1575;p28"/>
          <p:cNvSpPr/>
          <p:nvPr>
            <p:ph idx="2" type="pic"/>
          </p:nvPr>
        </p:nvSpPr>
        <p:spPr>
          <a:xfrm>
            <a:off x="213450" y="2022825"/>
            <a:ext cx="8717100" cy="2837700"/>
          </a:xfrm>
          <a:prstGeom prst="roundRect">
            <a:avLst>
              <a:gd fmla="val 4123" name="adj"/>
            </a:avLst>
          </a:prstGeom>
          <a:noFill/>
          <a:ln>
            <a:noFill/>
          </a:ln>
        </p:spPr>
      </p:sp>
      <p:sp>
        <p:nvSpPr>
          <p:cNvPr id="1576" name="Google Shape;1576;p28"/>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storyboards">
  <p:cSld name="CUSTOM_1_1_1_1_1_1_1_1_1_1_2_1_1_1_1_1_1_1_1_1_1_1_1_1_1_1_1">
    <p:spTree>
      <p:nvGrpSpPr>
        <p:cNvPr id="1577" name="Shape 1577"/>
        <p:cNvGrpSpPr/>
        <p:nvPr/>
      </p:nvGrpSpPr>
      <p:grpSpPr>
        <a:xfrm>
          <a:off x="0" y="0"/>
          <a:ext cx="0" cy="0"/>
          <a:chOff x="0" y="0"/>
          <a:chExt cx="0" cy="0"/>
        </a:xfrm>
      </p:grpSpPr>
      <p:sp>
        <p:nvSpPr>
          <p:cNvPr id="1578" name="Google Shape;1578;p29"/>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579" name="Google Shape;1579;p29"/>
          <p:cNvGrpSpPr/>
          <p:nvPr/>
        </p:nvGrpSpPr>
        <p:grpSpPr>
          <a:xfrm>
            <a:off x="-6096" y="-3429"/>
            <a:ext cx="9156192" cy="5150358"/>
            <a:chOff x="0" y="0"/>
            <a:chExt cx="12192000" cy="6858000"/>
          </a:xfrm>
        </p:grpSpPr>
        <p:sp>
          <p:nvSpPr>
            <p:cNvPr id="1580" name="Google Shape;1580;p29"/>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1" name="Google Shape;1581;p29"/>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2" name="Google Shape;1582;p29"/>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3" name="Google Shape;1583;p29"/>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4" name="Google Shape;1584;p29"/>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5" name="Google Shape;1585;p29"/>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6" name="Google Shape;1586;p29"/>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7" name="Google Shape;1587;p29"/>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8" name="Google Shape;1588;p29"/>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89" name="Google Shape;1589;p29"/>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0" name="Google Shape;1590;p29"/>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1" name="Google Shape;1591;p29"/>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2" name="Google Shape;1592;p29"/>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3" name="Google Shape;1593;p29"/>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4" name="Google Shape;1594;p29"/>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5" name="Google Shape;1595;p29"/>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6" name="Google Shape;1596;p29"/>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7" name="Google Shape;1597;p29"/>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8" name="Google Shape;1598;p29"/>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599" name="Google Shape;1599;p29"/>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0" name="Google Shape;1600;p29"/>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1" name="Google Shape;1601;p29"/>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2" name="Google Shape;1602;p29"/>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3" name="Google Shape;1603;p29"/>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4" name="Google Shape;1604;p29"/>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5" name="Google Shape;1605;p29"/>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6" name="Google Shape;1606;p29"/>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7" name="Google Shape;1607;p29"/>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8" name="Google Shape;1608;p29"/>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09" name="Google Shape;1609;p29"/>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0" name="Google Shape;1610;p29"/>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1" name="Google Shape;1611;p29"/>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2" name="Google Shape;1612;p29"/>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3" name="Google Shape;1613;p29"/>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4" name="Google Shape;1614;p29"/>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5" name="Google Shape;1615;p29"/>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6" name="Google Shape;1616;p29"/>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7" name="Google Shape;1617;p29"/>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8" name="Google Shape;1618;p29"/>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19" name="Google Shape;1619;p29"/>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0" name="Google Shape;1620;p29"/>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1" name="Google Shape;1621;p29"/>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2" name="Google Shape;1622;p29"/>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3" name="Google Shape;1623;p29"/>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4" name="Google Shape;1624;p29"/>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5" name="Google Shape;1625;p29"/>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6" name="Google Shape;1626;p29"/>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7" name="Google Shape;1627;p29"/>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8" name="Google Shape;1628;p29"/>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29" name="Google Shape;1629;p29"/>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0" name="Google Shape;1630;p29"/>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1" name="Google Shape;1631;p29"/>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2" name="Google Shape;1632;p29"/>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3" name="Google Shape;1633;p29"/>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4" name="Google Shape;1634;p29"/>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5" name="Google Shape;1635;p29"/>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6" name="Google Shape;1636;p29"/>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7" name="Google Shape;1637;p29"/>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38" name="Google Shape;1638;p29"/>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639" name="Google Shape;1639;p29"/>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640" name="Google Shape;1640;p29"/>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641" name="Google Shape;1641;p29"/>
          <p:cNvSpPr txBox="1"/>
          <p:nvPr>
            <p:ph idx="1" type="body"/>
          </p:nvPr>
        </p:nvSpPr>
        <p:spPr>
          <a:xfrm>
            <a:off x="11736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2" name="Google Shape;1642;p29"/>
          <p:cNvSpPr txBox="1"/>
          <p:nvPr>
            <p:ph idx="2" type="subTitle"/>
          </p:nvPr>
        </p:nvSpPr>
        <p:spPr>
          <a:xfrm>
            <a:off x="11736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3" name="Google Shape;1643;p29"/>
          <p:cNvSpPr txBox="1"/>
          <p:nvPr>
            <p:ph idx="3" type="body"/>
          </p:nvPr>
        </p:nvSpPr>
        <p:spPr>
          <a:xfrm>
            <a:off x="4916100" y="2391699"/>
            <a:ext cx="30543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644" name="Google Shape;1644;p29"/>
          <p:cNvSpPr txBox="1"/>
          <p:nvPr>
            <p:ph idx="4" type="subTitle"/>
          </p:nvPr>
        </p:nvSpPr>
        <p:spPr>
          <a:xfrm>
            <a:off x="4916100" y="2160100"/>
            <a:ext cx="30543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645" name="Google Shape;1645;p29"/>
          <p:cNvSpPr/>
          <p:nvPr>
            <p:ph idx="5" type="pic"/>
          </p:nvPr>
        </p:nvSpPr>
        <p:spPr>
          <a:xfrm>
            <a:off x="1173600" y="3022475"/>
            <a:ext cx="3054300" cy="1864500"/>
          </a:xfrm>
          <a:prstGeom prst="roundRect">
            <a:avLst>
              <a:gd fmla="val 3854" name="adj"/>
            </a:avLst>
          </a:prstGeom>
          <a:noFill/>
          <a:ln>
            <a:noFill/>
          </a:ln>
        </p:spPr>
      </p:sp>
      <p:sp>
        <p:nvSpPr>
          <p:cNvPr id="1646" name="Google Shape;1646;p29"/>
          <p:cNvSpPr/>
          <p:nvPr>
            <p:ph idx="6" type="pic"/>
          </p:nvPr>
        </p:nvSpPr>
        <p:spPr>
          <a:xfrm>
            <a:off x="4916100" y="3022475"/>
            <a:ext cx="3054300" cy="1864500"/>
          </a:xfrm>
          <a:prstGeom prst="roundRect">
            <a:avLst>
              <a:gd fmla="val 3854" name="adj"/>
            </a:avLst>
          </a:prstGeom>
          <a:noFill/>
          <a:ln>
            <a:noFill/>
          </a:ln>
        </p:spPr>
      </p:sp>
      <p:sp>
        <p:nvSpPr>
          <p:cNvPr id="1647" name="Google Shape;1647;p29"/>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hree storyboards">
  <p:cSld name="CUSTOM_1_1_1_1_1_1_1_1_1_1_2_1_1_1_1_1_1_1_1_1_1_1_1_1_1_1_1_1">
    <p:spTree>
      <p:nvGrpSpPr>
        <p:cNvPr id="1648" name="Shape 1648"/>
        <p:cNvGrpSpPr/>
        <p:nvPr/>
      </p:nvGrpSpPr>
      <p:grpSpPr>
        <a:xfrm>
          <a:off x="0" y="0"/>
          <a:ext cx="0" cy="0"/>
          <a:chOff x="0" y="0"/>
          <a:chExt cx="0" cy="0"/>
        </a:xfrm>
      </p:grpSpPr>
      <p:sp>
        <p:nvSpPr>
          <p:cNvPr id="1649" name="Google Shape;1649;p30"/>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650" name="Google Shape;1650;p30"/>
          <p:cNvGrpSpPr/>
          <p:nvPr/>
        </p:nvGrpSpPr>
        <p:grpSpPr>
          <a:xfrm>
            <a:off x="-6096" y="-3429"/>
            <a:ext cx="9156192" cy="5150358"/>
            <a:chOff x="0" y="0"/>
            <a:chExt cx="12192000" cy="6858000"/>
          </a:xfrm>
        </p:grpSpPr>
        <p:sp>
          <p:nvSpPr>
            <p:cNvPr id="1651" name="Google Shape;1651;p30"/>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2" name="Google Shape;1652;p30"/>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3" name="Google Shape;1653;p30"/>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4" name="Google Shape;1654;p30"/>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5" name="Google Shape;1655;p30"/>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6" name="Google Shape;1656;p30"/>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7" name="Google Shape;1657;p30"/>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8" name="Google Shape;1658;p30"/>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59" name="Google Shape;1659;p30"/>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0" name="Google Shape;1660;p30"/>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1" name="Google Shape;1661;p30"/>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2" name="Google Shape;1662;p30"/>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3" name="Google Shape;1663;p30"/>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4" name="Google Shape;1664;p30"/>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5" name="Google Shape;1665;p30"/>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6" name="Google Shape;1666;p30"/>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7" name="Google Shape;1667;p30"/>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8" name="Google Shape;1668;p30"/>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69" name="Google Shape;1669;p30"/>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0" name="Google Shape;1670;p30"/>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1" name="Google Shape;1671;p30"/>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2" name="Google Shape;1672;p30"/>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3" name="Google Shape;1673;p30"/>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4" name="Google Shape;1674;p30"/>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5" name="Google Shape;1675;p30"/>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6" name="Google Shape;1676;p30"/>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7" name="Google Shape;1677;p30"/>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8" name="Google Shape;1678;p30"/>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79" name="Google Shape;1679;p30"/>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0" name="Google Shape;1680;p30"/>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1" name="Google Shape;1681;p30"/>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2" name="Google Shape;1682;p30"/>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3" name="Google Shape;1683;p30"/>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4" name="Google Shape;1684;p30"/>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5" name="Google Shape;1685;p30"/>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6" name="Google Shape;1686;p30"/>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7" name="Google Shape;1687;p30"/>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8" name="Google Shape;1688;p30"/>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89" name="Google Shape;1689;p30"/>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0" name="Google Shape;1690;p30"/>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1" name="Google Shape;1691;p30"/>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2" name="Google Shape;1692;p30"/>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3" name="Google Shape;1693;p30"/>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4" name="Google Shape;1694;p30"/>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5" name="Google Shape;1695;p30"/>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6" name="Google Shape;1696;p30"/>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7" name="Google Shape;1697;p30"/>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8" name="Google Shape;1698;p30"/>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699" name="Google Shape;1699;p30"/>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0" name="Google Shape;1700;p30"/>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1" name="Google Shape;1701;p30"/>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2" name="Google Shape;1702;p30"/>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3" name="Google Shape;1703;p30"/>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4" name="Google Shape;1704;p30"/>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5" name="Google Shape;1705;p30"/>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6" name="Google Shape;1706;p30"/>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7" name="Google Shape;1707;p30"/>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8" name="Google Shape;1708;p30"/>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09" name="Google Shape;1709;p30"/>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10" name="Google Shape;1710;p30"/>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11" name="Google Shape;1711;p30"/>
          <p:cNvSpPr txBox="1"/>
          <p:nvPr>
            <p:ph type="title"/>
          </p:nvPr>
        </p:nvSpPr>
        <p:spPr>
          <a:xfrm>
            <a:off x="208725" y="344175"/>
            <a:ext cx="6167700" cy="20052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12" name="Google Shape;1712;p30"/>
          <p:cNvSpPr txBox="1"/>
          <p:nvPr>
            <p:ph idx="1" type="body"/>
          </p:nvPr>
        </p:nvSpPr>
        <p:spPr>
          <a:xfrm>
            <a:off x="423750"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3" name="Google Shape;1713;p30"/>
          <p:cNvSpPr txBox="1"/>
          <p:nvPr>
            <p:ph idx="2" type="subTitle"/>
          </p:nvPr>
        </p:nvSpPr>
        <p:spPr>
          <a:xfrm>
            <a:off x="423750"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4" name="Google Shape;1714;p30"/>
          <p:cNvSpPr txBox="1"/>
          <p:nvPr>
            <p:ph idx="3" type="body"/>
          </p:nvPr>
        </p:nvSpPr>
        <p:spPr>
          <a:xfrm>
            <a:off x="3276074"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5" name="Google Shape;1715;p30"/>
          <p:cNvSpPr txBox="1"/>
          <p:nvPr>
            <p:ph idx="4" type="subTitle"/>
          </p:nvPr>
        </p:nvSpPr>
        <p:spPr>
          <a:xfrm>
            <a:off x="327607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16" name="Google Shape;1716;p30"/>
          <p:cNvSpPr/>
          <p:nvPr>
            <p:ph idx="5" type="pic"/>
          </p:nvPr>
        </p:nvSpPr>
        <p:spPr>
          <a:xfrm>
            <a:off x="423750" y="3022475"/>
            <a:ext cx="2586900" cy="1864500"/>
          </a:xfrm>
          <a:prstGeom prst="roundRect">
            <a:avLst>
              <a:gd fmla="val 3854" name="adj"/>
            </a:avLst>
          </a:prstGeom>
          <a:noFill/>
          <a:ln>
            <a:noFill/>
          </a:ln>
        </p:spPr>
      </p:sp>
      <p:sp>
        <p:nvSpPr>
          <p:cNvPr id="1717" name="Google Shape;1717;p30"/>
          <p:cNvSpPr/>
          <p:nvPr>
            <p:ph idx="6" type="pic"/>
          </p:nvPr>
        </p:nvSpPr>
        <p:spPr>
          <a:xfrm>
            <a:off x="3276071" y="3022475"/>
            <a:ext cx="2586900" cy="1864500"/>
          </a:xfrm>
          <a:prstGeom prst="roundRect">
            <a:avLst>
              <a:gd fmla="val 3854" name="adj"/>
            </a:avLst>
          </a:prstGeom>
          <a:noFill/>
          <a:ln>
            <a:noFill/>
          </a:ln>
        </p:spPr>
      </p:sp>
      <p:sp>
        <p:nvSpPr>
          <p:cNvPr id="1718" name="Google Shape;1718;p30"/>
          <p:cNvSpPr txBox="1"/>
          <p:nvPr>
            <p:ph idx="7" type="body"/>
          </p:nvPr>
        </p:nvSpPr>
        <p:spPr>
          <a:xfrm>
            <a:off x="6128397" y="2391699"/>
            <a:ext cx="2586900" cy="630900"/>
          </a:xfrm>
          <a:prstGeom prst="rect">
            <a:avLst/>
          </a:prstGeom>
        </p:spPr>
        <p:txBody>
          <a:bodyPr anchorCtr="0" anchor="t" bIns="91425" lIns="91425" spcFirstLastPara="1" rIns="91425" wrap="square" tIns="91425">
            <a:noAutofit/>
          </a:bodyPr>
          <a:lstStyle>
            <a:lvl1pPr indent="-279400" lvl="0" marL="457200">
              <a:spcBef>
                <a:spcPts val="0"/>
              </a:spcBef>
              <a:spcAft>
                <a:spcPts val="0"/>
              </a:spcAft>
              <a:buSzPts val="800"/>
              <a:buChar char="●"/>
              <a:defRPr/>
            </a:lvl1pPr>
            <a:lvl2pPr indent="-279400" lvl="1" marL="914400">
              <a:spcBef>
                <a:spcPts val="0"/>
              </a:spcBef>
              <a:spcAft>
                <a:spcPts val="0"/>
              </a:spcAft>
              <a:buSzPts val="800"/>
              <a:buChar char="○"/>
              <a:defRPr/>
            </a:lvl2pPr>
            <a:lvl3pPr indent="-279400" lvl="2" marL="1371600">
              <a:spcBef>
                <a:spcPts val="0"/>
              </a:spcBef>
              <a:spcAft>
                <a:spcPts val="0"/>
              </a:spcAft>
              <a:buSzPts val="800"/>
              <a:buChar char="■"/>
              <a:defRPr/>
            </a:lvl3pPr>
            <a:lvl4pPr indent="-279400" lvl="3" marL="1828800">
              <a:spcBef>
                <a:spcPts val="0"/>
              </a:spcBef>
              <a:spcAft>
                <a:spcPts val="0"/>
              </a:spcAft>
              <a:buSzPts val="800"/>
              <a:buChar char="●"/>
              <a:defRPr/>
            </a:lvl4pPr>
            <a:lvl5pPr indent="-279400" lvl="4" marL="2286000">
              <a:spcBef>
                <a:spcPts val="0"/>
              </a:spcBef>
              <a:spcAft>
                <a:spcPts val="0"/>
              </a:spcAft>
              <a:buSzPts val="800"/>
              <a:buChar char="○"/>
              <a:defRPr/>
            </a:lvl5pPr>
            <a:lvl6pPr indent="-279400" lvl="5" marL="2743200">
              <a:spcBef>
                <a:spcPts val="0"/>
              </a:spcBef>
              <a:spcAft>
                <a:spcPts val="0"/>
              </a:spcAft>
              <a:buSzPts val="800"/>
              <a:buChar char="■"/>
              <a:defRPr/>
            </a:lvl6pPr>
            <a:lvl7pPr indent="-279400" lvl="6" marL="3200400">
              <a:spcBef>
                <a:spcPts val="0"/>
              </a:spcBef>
              <a:spcAft>
                <a:spcPts val="0"/>
              </a:spcAft>
              <a:buSzPts val="800"/>
              <a:buChar char="●"/>
              <a:defRPr/>
            </a:lvl7pPr>
            <a:lvl8pPr indent="-279400" lvl="7" marL="3657600">
              <a:spcBef>
                <a:spcPts val="0"/>
              </a:spcBef>
              <a:spcAft>
                <a:spcPts val="0"/>
              </a:spcAft>
              <a:buSzPts val="800"/>
              <a:buChar char="○"/>
              <a:defRPr/>
            </a:lvl8pPr>
            <a:lvl9pPr indent="-279400" lvl="8" marL="4114800">
              <a:spcBef>
                <a:spcPts val="0"/>
              </a:spcBef>
              <a:spcAft>
                <a:spcPts val="0"/>
              </a:spcAft>
              <a:buSzPts val="800"/>
              <a:buChar char="■"/>
              <a:defRPr/>
            </a:lvl9pPr>
          </a:lstStyle>
          <a:p/>
        </p:txBody>
      </p:sp>
      <p:sp>
        <p:nvSpPr>
          <p:cNvPr id="1719" name="Google Shape;1719;p30"/>
          <p:cNvSpPr txBox="1"/>
          <p:nvPr>
            <p:ph idx="8" type="subTitle"/>
          </p:nvPr>
        </p:nvSpPr>
        <p:spPr>
          <a:xfrm>
            <a:off x="6128391" y="2160100"/>
            <a:ext cx="2586900" cy="204600"/>
          </a:xfrm>
          <a:prstGeom prst="rect">
            <a:avLst/>
          </a:prstGeom>
        </p:spPr>
        <p:txBody>
          <a:bodyPr anchorCtr="0" anchor="t" bIns="91425" lIns="91425" spcFirstLastPara="1" rIns="91425" wrap="square" tIns="91425">
            <a:noAutofit/>
          </a:bodyPr>
          <a:lstStyle>
            <a:lvl1pPr lvl="0">
              <a:spcBef>
                <a:spcPts val="0"/>
              </a:spcBef>
              <a:spcAft>
                <a:spcPts val="0"/>
              </a:spcAft>
              <a:buSzPts val="12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720" name="Google Shape;1720;p30"/>
          <p:cNvSpPr/>
          <p:nvPr>
            <p:ph idx="9" type="pic"/>
          </p:nvPr>
        </p:nvSpPr>
        <p:spPr>
          <a:xfrm>
            <a:off x="6128391" y="3022475"/>
            <a:ext cx="2586900" cy="1864500"/>
          </a:xfrm>
          <a:prstGeom prst="roundRect">
            <a:avLst>
              <a:gd fmla="val 3854" name="adj"/>
            </a:avLst>
          </a:prstGeom>
          <a:noFill/>
          <a:ln>
            <a:noFill/>
          </a:ln>
        </p:spPr>
      </p:sp>
      <p:sp>
        <p:nvSpPr>
          <p:cNvPr id="1721" name="Google Shape;1721;p30"/>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only">
  <p:cSld name="CUSTOM_1_1_1_1_1_1_1_1_1_1_2_1_1_1_1_1_1_1_1_1_1_1_1_1_1_1_1_1_1">
    <p:spTree>
      <p:nvGrpSpPr>
        <p:cNvPr id="1722" name="Shape 1722"/>
        <p:cNvGrpSpPr/>
        <p:nvPr/>
      </p:nvGrpSpPr>
      <p:grpSpPr>
        <a:xfrm>
          <a:off x="0" y="0"/>
          <a:ext cx="0" cy="0"/>
          <a:chOff x="0" y="0"/>
          <a:chExt cx="0" cy="0"/>
        </a:xfrm>
      </p:grpSpPr>
      <p:sp>
        <p:nvSpPr>
          <p:cNvPr id="1723" name="Google Shape;1723;p31"/>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24" name="Google Shape;1724;p31"/>
          <p:cNvGrpSpPr/>
          <p:nvPr/>
        </p:nvGrpSpPr>
        <p:grpSpPr>
          <a:xfrm>
            <a:off x="-6096" y="-3429"/>
            <a:ext cx="9156192" cy="5150358"/>
            <a:chOff x="0" y="0"/>
            <a:chExt cx="12192000" cy="6858000"/>
          </a:xfrm>
        </p:grpSpPr>
        <p:sp>
          <p:nvSpPr>
            <p:cNvPr id="1725" name="Google Shape;1725;p31"/>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6" name="Google Shape;1726;p31"/>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7" name="Google Shape;1727;p31"/>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8" name="Google Shape;1728;p31"/>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29" name="Google Shape;1729;p31"/>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0" name="Google Shape;1730;p31"/>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1" name="Google Shape;1731;p31"/>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2" name="Google Shape;1732;p31"/>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3" name="Google Shape;1733;p31"/>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4" name="Google Shape;1734;p31"/>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5" name="Google Shape;1735;p31"/>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6" name="Google Shape;1736;p31"/>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7" name="Google Shape;1737;p31"/>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8" name="Google Shape;1738;p31"/>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39" name="Google Shape;1739;p31"/>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0" name="Google Shape;1740;p31"/>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1" name="Google Shape;1741;p31"/>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2" name="Google Shape;1742;p31"/>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3" name="Google Shape;1743;p31"/>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4" name="Google Shape;1744;p31"/>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5" name="Google Shape;1745;p31"/>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6" name="Google Shape;1746;p31"/>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7" name="Google Shape;1747;p31"/>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8" name="Google Shape;1748;p31"/>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49" name="Google Shape;1749;p31"/>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0" name="Google Shape;1750;p31"/>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1" name="Google Shape;1751;p31"/>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2" name="Google Shape;1752;p31"/>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3" name="Google Shape;1753;p31"/>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4" name="Google Shape;1754;p31"/>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5" name="Google Shape;1755;p31"/>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6" name="Google Shape;1756;p31"/>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7" name="Google Shape;1757;p31"/>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8" name="Google Shape;1758;p31"/>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59" name="Google Shape;1759;p31"/>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0" name="Google Shape;1760;p31"/>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1" name="Google Shape;1761;p31"/>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2" name="Google Shape;1762;p31"/>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3" name="Google Shape;1763;p31"/>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4" name="Google Shape;1764;p31"/>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5" name="Google Shape;1765;p31"/>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6" name="Google Shape;1766;p31"/>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7" name="Google Shape;1767;p31"/>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8" name="Google Shape;1768;p31"/>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69" name="Google Shape;1769;p31"/>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0" name="Google Shape;1770;p31"/>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1" name="Google Shape;1771;p31"/>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2" name="Google Shape;1772;p31"/>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3" name="Google Shape;1773;p31"/>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4" name="Google Shape;1774;p31"/>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5" name="Google Shape;1775;p31"/>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6" name="Google Shape;1776;p31"/>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7" name="Google Shape;1777;p31"/>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8" name="Google Shape;1778;p31"/>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79" name="Google Shape;1779;p31"/>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0" name="Google Shape;1780;p31"/>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1" name="Google Shape;1781;p31"/>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2" name="Google Shape;1782;p31"/>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83" name="Google Shape;1783;p31"/>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784" name="Google Shape;1784;p31"/>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785" name="Google Shape;1785;p31"/>
          <p:cNvSpPr/>
          <p:nvPr>
            <p:ph idx="2" type="pic"/>
          </p:nvPr>
        </p:nvSpPr>
        <p:spPr>
          <a:xfrm>
            <a:off x="436350" y="262350"/>
            <a:ext cx="8271300" cy="4618800"/>
          </a:xfrm>
          <a:prstGeom prst="roundRect">
            <a:avLst>
              <a:gd fmla="val 3854" name="adj"/>
            </a:avLst>
          </a:prstGeom>
          <a:noFill/>
          <a:ln>
            <a:noFill/>
          </a:ln>
        </p:spPr>
      </p:sp>
      <p:sp>
        <p:nvSpPr>
          <p:cNvPr id="1786" name="Google Shape;1786;p31"/>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 grid">
  <p:cSld name="CUSTOM_1_1_1_1_1_1_1_1_1_1_2_1_1_1_1_1_1_1_1_1_1_1_1_1_1_1_1_1_1_1">
    <p:spTree>
      <p:nvGrpSpPr>
        <p:cNvPr id="1787" name="Shape 1787"/>
        <p:cNvGrpSpPr/>
        <p:nvPr/>
      </p:nvGrpSpPr>
      <p:grpSpPr>
        <a:xfrm>
          <a:off x="0" y="0"/>
          <a:ext cx="0" cy="0"/>
          <a:chOff x="0" y="0"/>
          <a:chExt cx="0" cy="0"/>
        </a:xfrm>
      </p:grpSpPr>
      <p:sp>
        <p:nvSpPr>
          <p:cNvPr id="1788" name="Google Shape;1788;p32"/>
          <p:cNvSpPr txBox="1"/>
          <p:nvPr/>
        </p:nvSpPr>
        <p:spPr>
          <a:xfrm>
            <a:off x="2209933" y="1792527"/>
            <a:ext cx="2542200" cy="3078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800"/>
          </a:p>
        </p:txBody>
      </p:sp>
      <p:grpSp>
        <p:nvGrpSpPr>
          <p:cNvPr id="1789" name="Google Shape;1789;p32"/>
          <p:cNvGrpSpPr/>
          <p:nvPr/>
        </p:nvGrpSpPr>
        <p:grpSpPr>
          <a:xfrm>
            <a:off x="-6096" y="-3429"/>
            <a:ext cx="9156192" cy="5150358"/>
            <a:chOff x="0" y="0"/>
            <a:chExt cx="12192000" cy="6858000"/>
          </a:xfrm>
        </p:grpSpPr>
        <p:sp>
          <p:nvSpPr>
            <p:cNvPr id="1790" name="Google Shape;1790;p32"/>
            <p:cNvSpPr/>
            <p:nvPr/>
          </p:nvSpPr>
          <p:spPr>
            <a:xfrm>
              <a:off x="0" y="6515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1" name="Google Shape;1791;p32"/>
            <p:cNvSpPr/>
            <p:nvPr/>
          </p:nvSpPr>
          <p:spPr>
            <a:xfrm>
              <a:off x="0" y="6172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2" name="Google Shape;1792;p32"/>
            <p:cNvSpPr/>
            <p:nvPr/>
          </p:nvSpPr>
          <p:spPr>
            <a:xfrm>
              <a:off x="0" y="5829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3" name="Google Shape;1793;p32"/>
            <p:cNvSpPr/>
            <p:nvPr/>
          </p:nvSpPr>
          <p:spPr>
            <a:xfrm>
              <a:off x="0" y="5486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4" name="Google Shape;1794;p32"/>
            <p:cNvSpPr/>
            <p:nvPr/>
          </p:nvSpPr>
          <p:spPr>
            <a:xfrm>
              <a:off x="0" y="5143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5" name="Google Shape;1795;p32"/>
            <p:cNvSpPr/>
            <p:nvPr/>
          </p:nvSpPr>
          <p:spPr>
            <a:xfrm>
              <a:off x="0" y="4800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6" name="Google Shape;1796;p32"/>
            <p:cNvSpPr/>
            <p:nvPr/>
          </p:nvSpPr>
          <p:spPr>
            <a:xfrm>
              <a:off x="0" y="4457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7" name="Google Shape;1797;p32"/>
            <p:cNvSpPr/>
            <p:nvPr/>
          </p:nvSpPr>
          <p:spPr>
            <a:xfrm>
              <a:off x="0" y="4114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8" name="Google Shape;1798;p32"/>
            <p:cNvSpPr/>
            <p:nvPr/>
          </p:nvSpPr>
          <p:spPr>
            <a:xfrm>
              <a:off x="0" y="3771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799" name="Google Shape;1799;p32"/>
            <p:cNvSpPr/>
            <p:nvPr/>
          </p:nvSpPr>
          <p:spPr>
            <a:xfrm>
              <a:off x="0" y="34290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0" name="Google Shape;1800;p32"/>
            <p:cNvSpPr/>
            <p:nvPr/>
          </p:nvSpPr>
          <p:spPr>
            <a:xfrm>
              <a:off x="0" y="30861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1" name="Google Shape;1801;p32"/>
            <p:cNvSpPr/>
            <p:nvPr/>
          </p:nvSpPr>
          <p:spPr>
            <a:xfrm>
              <a:off x="0" y="27432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2" name="Google Shape;1802;p32"/>
            <p:cNvSpPr/>
            <p:nvPr/>
          </p:nvSpPr>
          <p:spPr>
            <a:xfrm>
              <a:off x="0" y="24003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3" name="Google Shape;1803;p32"/>
            <p:cNvSpPr/>
            <p:nvPr/>
          </p:nvSpPr>
          <p:spPr>
            <a:xfrm>
              <a:off x="0" y="20574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4" name="Google Shape;1804;p32"/>
            <p:cNvSpPr/>
            <p:nvPr/>
          </p:nvSpPr>
          <p:spPr>
            <a:xfrm>
              <a:off x="0" y="17145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5" name="Google Shape;1805;p32"/>
            <p:cNvSpPr/>
            <p:nvPr/>
          </p:nvSpPr>
          <p:spPr>
            <a:xfrm>
              <a:off x="0" y="13716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6" name="Google Shape;1806;p32"/>
            <p:cNvSpPr/>
            <p:nvPr/>
          </p:nvSpPr>
          <p:spPr>
            <a:xfrm>
              <a:off x="0" y="10287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7" name="Google Shape;1807;p32"/>
            <p:cNvSpPr/>
            <p:nvPr/>
          </p:nvSpPr>
          <p:spPr>
            <a:xfrm>
              <a:off x="0" y="6858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8" name="Google Shape;1808;p32"/>
            <p:cNvSpPr/>
            <p:nvPr/>
          </p:nvSpPr>
          <p:spPr>
            <a:xfrm>
              <a:off x="0" y="342900"/>
              <a:ext cx="12192000" cy="6350"/>
            </a:xfrm>
            <a:custGeom>
              <a:rect b="b" l="l" r="r" t="t"/>
              <a:pathLst>
                <a:path extrusionOk="0" h="6350" w="12192000">
                  <a:moveTo>
                    <a:pt x="0" y="0"/>
                  </a:moveTo>
                  <a:lnTo>
                    <a:pt x="12192000" y="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09" name="Google Shape;1809;p32"/>
            <p:cNvSpPr/>
            <p:nvPr/>
          </p:nvSpPr>
          <p:spPr>
            <a:xfrm>
              <a:off x="118946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0" name="Google Shape;1810;p32"/>
            <p:cNvSpPr/>
            <p:nvPr/>
          </p:nvSpPr>
          <p:spPr>
            <a:xfrm>
              <a:off x="1159725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1" name="Google Shape;1811;p32"/>
            <p:cNvSpPr/>
            <p:nvPr/>
          </p:nvSpPr>
          <p:spPr>
            <a:xfrm>
              <a:off x="112998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2" name="Google Shape;1812;p32"/>
            <p:cNvSpPr/>
            <p:nvPr/>
          </p:nvSpPr>
          <p:spPr>
            <a:xfrm>
              <a:off x="1100251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3" name="Google Shape;1813;p32"/>
            <p:cNvSpPr/>
            <p:nvPr/>
          </p:nvSpPr>
          <p:spPr>
            <a:xfrm>
              <a:off x="107051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4" name="Google Shape;1814;p32"/>
            <p:cNvSpPr/>
            <p:nvPr/>
          </p:nvSpPr>
          <p:spPr>
            <a:xfrm>
              <a:off x="1040777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5" name="Google Shape;1815;p32"/>
            <p:cNvSpPr/>
            <p:nvPr/>
          </p:nvSpPr>
          <p:spPr>
            <a:xfrm>
              <a:off x="101104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6" name="Google Shape;1816;p32"/>
            <p:cNvSpPr/>
            <p:nvPr/>
          </p:nvSpPr>
          <p:spPr>
            <a:xfrm>
              <a:off x="981309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7" name="Google Shape;1817;p32"/>
            <p:cNvSpPr/>
            <p:nvPr/>
          </p:nvSpPr>
          <p:spPr>
            <a:xfrm>
              <a:off x="9515729"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8" name="Google Shape;1818;p32"/>
            <p:cNvSpPr/>
            <p:nvPr/>
          </p:nvSpPr>
          <p:spPr>
            <a:xfrm>
              <a:off x="921835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19" name="Google Shape;1819;p32"/>
            <p:cNvSpPr/>
            <p:nvPr/>
          </p:nvSpPr>
          <p:spPr>
            <a:xfrm>
              <a:off x="8920988"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0" name="Google Shape;1820;p32"/>
            <p:cNvSpPr/>
            <p:nvPr/>
          </p:nvSpPr>
          <p:spPr>
            <a:xfrm>
              <a:off x="862361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1" name="Google Shape;1821;p32"/>
            <p:cNvSpPr/>
            <p:nvPr/>
          </p:nvSpPr>
          <p:spPr>
            <a:xfrm>
              <a:off x="8326247"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2" name="Google Shape;1822;p32"/>
            <p:cNvSpPr/>
            <p:nvPr/>
          </p:nvSpPr>
          <p:spPr>
            <a:xfrm>
              <a:off x="80288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3" name="Google Shape;1823;p32"/>
            <p:cNvSpPr/>
            <p:nvPr/>
          </p:nvSpPr>
          <p:spPr>
            <a:xfrm>
              <a:off x="773150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4" name="Google Shape;1824;p32"/>
            <p:cNvSpPr/>
            <p:nvPr/>
          </p:nvSpPr>
          <p:spPr>
            <a:xfrm>
              <a:off x="74341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5" name="Google Shape;1825;p32"/>
            <p:cNvSpPr/>
            <p:nvPr/>
          </p:nvSpPr>
          <p:spPr>
            <a:xfrm>
              <a:off x="713676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6" name="Google Shape;1826;p32"/>
            <p:cNvSpPr/>
            <p:nvPr/>
          </p:nvSpPr>
          <p:spPr>
            <a:xfrm>
              <a:off x="68393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7" name="Google Shape;1827;p32"/>
            <p:cNvSpPr/>
            <p:nvPr/>
          </p:nvSpPr>
          <p:spPr>
            <a:xfrm>
              <a:off x="654202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8" name="Google Shape;1828;p32"/>
            <p:cNvSpPr/>
            <p:nvPr/>
          </p:nvSpPr>
          <p:spPr>
            <a:xfrm>
              <a:off x="62446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29" name="Google Shape;1829;p32"/>
            <p:cNvSpPr/>
            <p:nvPr/>
          </p:nvSpPr>
          <p:spPr>
            <a:xfrm>
              <a:off x="594734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0" name="Google Shape;1830;p32"/>
            <p:cNvSpPr/>
            <p:nvPr/>
          </p:nvSpPr>
          <p:spPr>
            <a:xfrm>
              <a:off x="5649976"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1" name="Google Shape;1831;p32"/>
            <p:cNvSpPr/>
            <p:nvPr/>
          </p:nvSpPr>
          <p:spPr>
            <a:xfrm>
              <a:off x="535260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2" name="Google Shape;1832;p32"/>
            <p:cNvSpPr/>
            <p:nvPr/>
          </p:nvSpPr>
          <p:spPr>
            <a:xfrm>
              <a:off x="5055235"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3" name="Google Shape;1833;p32"/>
            <p:cNvSpPr/>
            <p:nvPr/>
          </p:nvSpPr>
          <p:spPr>
            <a:xfrm>
              <a:off x="475786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4" name="Google Shape;1834;p32"/>
            <p:cNvSpPr/>
            <p:nvPr/>
          </p:nvSpPr>
          <p:spPr>
            <a:xfrm>
              <a:off x="4460494"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5" name="Google Shape;1835;p32"/>
            <p:cNvSpPr/>
            <p:nvPr/>
          </p:nvSpPr>
          <p:spPr>
            <a:xfrm>
              <a:off x="41631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6" name="Google Shape;1836;p32"/>
            <p:cNvSpPr/>
            <p:nvPr/>
          </p:nvSpPr>
          <p:spPr>
            <a:xfrm>
              <a:off x="386575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7" name="Google Shape;1837;p32"/>
            <p:cNvSpPr/>
            <p:nvPr/>
          </p:nvSpPr>
          <p:spPr>
            <a:xfrm>
              <a:off x="35683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8" name="Google Shape;1838;p32"/>
            <p:cNvSpPr/>
            <p:nvPr/>
          </p:nvSpPr>
          <p:spPr>
            <a:xfrm>
              <a:off x="327101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39" name="Google Shape;1839;p32"/>
            <p:cNvSpPr/>
            <p:nvPr/>
          </p:nvSpPr>
          <p:spPr>
            <a:xfrm>
              <a:off x="29736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0" name="Google Shape;1840;p32"/>
            <p:cNvSpPr/>
            <p:nvPr/>
          </p:nvSpPr>
          <p:spPr>
            <a:xfrm>
              <a:off x="267627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1" name="Google Shape;1841;p32"/>
            <p:cNvSpPr/>
            <p:nvPr/>
          </p:nvSpPr>
          <p:spPr>
            <a:xfrm>
              <a:off x="237890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2" name="Google Shape;1842;p32"/>
            <p:cNvSpPr/>
            <p:nvPr/>
          </p:nvSpPr>
          <p:spPr>
            <a:xfrm>
              <a:off x="208153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3" name="Google Shape;1843;p32"/>
            <p:cNvSpPr/>
            <p:nvPr/>
          </p:nvSpPr>
          <p:spPr>
            <a:xfrm>
              <a:off x="1784223"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4" name="Google Shape;1844;p32"/>
            <p:cNvSpPr/>
            <p:nvPr/>
          </p:nvSpPr>
          <p:spPr>
            <a:xfrm>
              <a:off x="148685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5" name="Google Shape;1845;p32"/>
            <p:cNvSpPr/>
            <p:nvPr/>
          </p:nvSpPr>
          <p:spPr>
            <a:xfrm>
              <a:off x="1189482"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6" name="Google Shape;1846;p32"/>
            <p:cNvSpPr/>
            <p:nvPr/>
          </p:nvSpPr>
          <p:spPr>
            <a:xfrm>
              <a:off x="89211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7" name="Google Shape;1847;p32"/>
            <p:cNvSpPr/>
            <p:nvPr/>
          </p:nvSpPr>
          <p:spPr>
            <a:xfrm>
              <a:off x="594741"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48" name="Google Shape;1848;p32"/>
            <p:cNvSpPr/>
            <p:nvPr/>
          </p:nvSpPr>
          <p:spPr>
            <a:xfrm>
              <a:off x="297370" y="0"/>
              <a:ext cx="6350" cy="6858000"/>
            </a:xfrm>
            <a:custGeom>
              <a:rect b="b" l="l" r="r" t="t"/>
              <a:pathLst>
                <a:path extrusionOk="0" h="6858000" w="6350">
                  <a:moveTo>
                    <a:pt x="0" y="0"/>
                  </a:moveTo>
                  <a:lnTo>
                    <a:pt x="0" y="6858000"/>
                  </a:lnTo>
                </a:path>
              </a:pathLst>
            </a:custGeom>
            <a:noFill/>
            <a:ln cap="flat" cmpd="sng" w="9525">
              <a:solidFill>
                <a:schemeClr val="accent6"/>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49" name="Google Shape;1849;p32"/>
          <p:cNvSpPr/>
          <p:nvPr/>
        </p:nvSpPr>
        <p:spPr>
          <a:xfrm>
            <a:off x="-6000" y="0"/>
            <a:ext cx="9156000" cy="228600"/>
          </a:xfrm>
          <a:prstGeom prst="rect">
            <a:avLst/>
          </a:prstGeom>
          <a:solidFill>
            <a:schemeClr val="dk2"/>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850" name="Google Shape;1850;p32"/>
          <p:cNvSpPr txBox="1"/>
          <p:nvPr>
            <p:ph type="title"/>
          </p:nvPr>
        </p:nvSpPr>
        <p:spPr>
          <a:xfrm>
            <a:off x="208725" y="344175"/>
            <a:ext cx="8729700" cy="884700"/>
          </a:xfrm>
          <a:prstGeom prst="rect">
            <a:avLst/>
          </a:prstGeom>
        </p:spPr>
        <p:txBody>
          <a:bodyPr anchorCtr="0" anchor="t" bIns="91425" lIns="91425" spcFirstLastPara="1" rIns="91425" wrap="square" tIns="91425">
            <a:spAutoFit/>
          </a:bodyPr>
          <a:lstStyle>
            <a:lvl1pPr lvl="0">
              <a:spcBef>
                <a:spcPts val="0"/>
              </a:spcBef>
              <a:spcAft>
                <a:spcPts val="0"/>
              </a:spcAft>
              <a:buSzPts val="6000"/>
              <a:buNone/>
              <a:defRPr sz="6000"/>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51" name="Google Shape;1851;p32"/>
          <p:cNvSpPr/>
          <p:nvPr>
            <p:ph idx="2" type="pic"/>
          </p:nvPr>
        </p:nvSpPr>
        <p:spPr>
          <a:xfrm>
            <a:off x="208725" y="1344450"/>
            <a:ext cx="2838600" cy="1151100"/>
          </a:xfrm>
          <a:prstGeom prst="roundRect">
            <a:avLst>
              <a:gd fmla="val 3854" name="adj"/>
            </a:avLst>
          </a:prstGeom>
          <a:noFill/>
          <a:ln>
            <a:noFill/>
          </a:ln>
        </p:spPr>
      </p:sp>
      <p:sp>
        <p:nvSpPr>
          <p:cNvPr id="1852" name="Google Shape;1852;p32"/>
          <p:cNvSpPr/>
          <p:nvPr>
            <p:ph idx="3" type="pic"/>
          </p:nvPr>
        </p:nvSpPr>
        <p:spPr>
          <a:xfrm>
            <a:off x="3154251" y="1344450"/>
            <a:ext cx="2838600" cy="1151100"/>
          </a:xfrm>
          <a:prstGeom prst="roundRect">
            <a:avLst>
              <a:gd fmla="val 3854" name="adj"/>
            </a:avLst>
          </a:prstGeom>
          <a:noFill/>
          <a:ln>
            <a:noFill/>
          </a:ln>
        </p:spPr>
      </p:sp>
      <p:sp>
        <p:nvSpPr>
          <p:cNvPr id="1853" name="Google Shape;1853;p32"/>
          <p:cNvSpPr/>
          <p:nvPr>
            <p:ph idx="4" type="pic"/>
          </p:nvPr>
        </p:nvSpPr>
        <p:spPr>
          <a:xfrm>
            <a:off x="6099777" y="1344450"/>
            <a:ext cx="2838600" cy="1151100"/>
          </a:xfrm>
          <a:prstGeom prst="roundRect">
            <a:avLst>
              <a:gd fmla="val 3854" name="adj"/>
            </a:avLst>
          </a:prstGeom>
          <a:noFill/>
          <a:ln>
            <a:noFill/>
          </a:ln>
        </p:spPr>
      </p:sp>
      <p:sp>
        <p:nvSpPr>
          <p:cNvPr id="1854" name="Google Shape;1854;p32"/>
          <p:cNvSpPr/>
          <p:nvPr>
            <p:ph idx="5" type="pic"/>
          </p:nvPr>
        </p:nvSpPr>
        <p:spPr>
          <a:xfrm>
            <a:off x="208725" y="2611125"/>
            <a:ext cx="2838600" cy="1151100"/>
          </a:xfrm>
          <a:prstGeom prst="roundRect">
            <a:avLst>
              <a:gd fmla="val 3854" name="adj"/>
            </a:avLst>
          </a:prstGeom>
          <a:noFill/>
          <a:ln>
            <a:noFill/>
          </a:ln>
        </p:spPr>
      </p:sp>
      <p:sp>
        <p:nvSpPr>
          <p:cNvPr id="1855" name="Google Shape;1855;p32"/>
          <p:cNvSpPr/>
          <p:nvPr>
            <p:ph idx="6" type="pic"/>
          </p:nvPr>
        </p:nvSpPr>
        <p:spPr>
          <a:xfrm>
            <a:off x="3154251" y="2611125"/>
            <a:ext cx="2838600" cy="1151100"/>
          </a:xfrm>
          <a:prstGeom prst="roundRect">
            <a:avLst>
              <a:gd fmla="val 3854" name="adj"/>
            </a:avLst>
          </a:prstGeom>
          <a:noFill/>
          <a:ln>
            <a:noFill/>
          </a:ln>
        </p:spPr>
      </p:sp>
      <p:sp>
        <p:nvSpPr>
          <p:cNvPr id="1856" name="Google Shape;1856;p32"/>
          <p:cNvSpPr/>
          <p:nvPr>
            <p:ph idx="7" type="pic"/>
          </p:nvPr>
        </p:nvSpPr>
        <p:spPr>
          <a:xfrm>
            <a:off x="6099777" y="2611125"/>
            <a:ext cx="2838600" cy="1151100"/>
          </a:xfrm>
          <a:prstGeom prst="roundRect">
            <a:avLst>
              <a:gd fmla="val 3854" name="adj"/>
            </a:avLst>
          </a:prstGeom>
          <a:noFill/>
          <a:ln>
            <a:noFill/>
          </a:ln>
        </p:spPr>
      </p:sp>
      <p:sp>
        <p:nvSpPr>
          <p:cNvPr id="1857" name="Google Shape;1857;p32"/>
          <p:cNvSpPr/>
          <p:nvPr>
            <p:ph idx="8" type="pic"/>
          </p:nvPr>
        </p:nvSpPr>
        <p:spPr>
          <a:xfrm>
            <a:off x="208725" y="3877800"/>
            <a:ext cx="2838600" cy="1151100"/>
          </a:xfrm>
          <a:prstGeom prst="roundRect">
            <a:avLst>
              <a:gd fmla="val 3854" name="adj"/>
            </a:avLst>
          </a:prstGeom>
          <a:noFill/>
          <a:ln>
            <a:noFill/>
          </a:ln>
        </p:spPr>
      </p:sp>
      <p:sp>
        <p:nvSpPr>
          <p:cNvPr id="1858" name="Google Shape;1858;p32"/>
          <p:cNvSpPr/>
          <p:nvPr>
            <p:ph idx="9" type="pic"/>
          </p:nvPr>
        </p:nvSpPr>
        <p:spPr>
          <a:xfrm>
            <a:off x="3154251" y="3877800"/>
            <a:ext cx="2838600" cy="1151100"/>
          </a:xfrm>
          <a:prstGeom prst="roundRect">
            <a:avLst>
              <a:gd fmla="val 3854" name="adj"/>
            </a:avLst>
          </a:prstGeom>
          <a:noFill/>
          <a:ln>
            <a:noFill/>
          </a:ln>
        </p:spPr>
      </p:sp>
      <p:sp>
        <p:nvSpPr>
          <p:cNvPr id="1859" name="Google Shape;1859;p32"/>
          <p:cNvSpPr/>
          <p:nvPr>
            <p:ph idx="13" type="pic"/>
          </p:nvPr>
        </p:nvSpPr>
        <p:spPr>
          <a:xfrm>
            <a:off x="6099777" y="3877800"/>
            <a:ext cx="2838600" cy="1151100"/>
          </a:xfrm>
          <a:prstGeom prst="roundRect">
            <a:avLst>
              <a:gd fmla="val 3854" name="adj"/>
            </a:avLst>
          </a:prstGeom>
          <a:noFill/>
          <a:ln>
            <a:noFill/>
          </a:ln>
        </p:spPr>
      </p:sp>
      <p:sp>
        <p:nvSpPr>
          <p:cNvPr id="1860" name="Google Shape;1860;p32"/>
          <p:cNvSpPr/>
          <p:nvPr/>
        </p:nvSpPr>
        <p:spPr>
          <a:xfrm rot="5400000">
            <a:off x="82250" y="69300"/>
            <a:ext cx="104100" cy="90000"/>
          </a:xfrm>
          <a:prstGeom prst="triangle">
            <a:avLst>
              <a:gd fmla="val 50000" name="adj"/>
            </a:avLst>
          </a:prstGeom>
          <a:solidFill>
            <a:schemeClr val="lt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solidFill>
                <a:schemeClr val="dk1"/>
              </a:solidFill>
              <a:latin typeface="Lexend Light"/>
              <a:ea typeface="Lexend Light"/>
              <a:cs typeface="Lexend Light"/>
              <a:sym typeface="Lexend Light"/>
            </a:endParaRPr>
          </a:p>
        </p:txBody>
      </p:sp>
    </p:spTree>
  </p:cSld>
  <p:clrMapOvr>
    <a:masterClrMapping/>
  </p:clrMapOvr>
  <p:extLst>
    <p:ext uri="{DCECCB84-F9BA-43D5-87BE-67443E8EF086}">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720">
          <p15:clr>
            <a:srgbClr val="E46962"/>
          </p15:clr>
        </p15:guide>
      </p15:sldGuideLst>
    </p:ext>
  </p:extLst>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slideLayout" Target="../slideLayouts/slideLayout28.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29" Type="http://schemas.openxmlformats.org/officeDocument/2006/relationships/slideLayout" Target="../slideLayouts/slideLayout29.xml"/><Relationship Id="rId7" Type="http://schemas.openxmlformats.org/officeDocument/2006/relationships/slideLayout" Target="../slideLayouts/slideLayout7.xml"/><Relationship Id="rId8" Type="http://schemas.openxmlformats.org/officeDocument/2006/relationships/slideLayout" Target="../slideLayouts/slideLayout8.xml"/><Relationship Id="rId31" Type="http://schemas.openxmlformats.org/officeDocument/2006/relationships/slideLayout" Target="../slideLayouts/slideLayout31.xml"/><Relationship Id="rId30" Type="http://schemas.openxmlformats.org/officeDocument/2006/relationships/slideLayout" Target="../slideLayouts/slideLayout30.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32" Type="http://schemas.openxmlformats.org/officeDocument/2006/relationships/theme" Target="../theme/theme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57925"/>
            <a:ext cx="6411000" cy="572700"/>
          </a:xfrm>
          <a:prstGeom prst="rect">
            <a:avLst/>
          </a:prstGeom>
          <a:noFill/>
          <a:ln>
            <a:noFill/>
          </a:ln>
        </p:spPr>
        <p:txBody>
          <a:bodyPr anchorCtr="0" anchor="t" bIns="91425" lIns="91425" spcFirstLastPara="1" rIns="91425" wrap="square" tIns="91425">
            <a:spAutoFit/>
          </a:bodyPr>
          <a:lstStyle>
            <a:lvl1pPr lvl="0">
              <a:lnSpc>
                <a:spcPct val="90000"/>
              </a:lnSpc>
              <a:spcBef>
                <a:spcPts val="0"/>
              </a:spcBef>
              <a:spcAft>
                <a:spcPts val="0"/>
              </a:spcAft>
              <a:buClr>
                <a:schemeClr val="dk1"/>
              </a:buClr>
              <a:buSzPts val="4800"/>
              <a:buFont typeface="Lexend"/>
              <a:buNone/>
              <a:defRPr sz="4800">
                <a:solidFill>
                  <a:schemeClr val="dk1"/>
                </a:solidFill>
                <a:latin typeface="Lexend"/>
                <a:ea typeface="Lexend"/>
                <a:cs typeface="Lexend"/>
                <a:sym typeface="Lexend"/>
              </a:defRPr>
            </a:lvl1pPr>
            <a:lvl2pPr lvl="1">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2pPr>
            <a:lvl3pPr lvl="2">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3pPr>
            <a:lvl4pPr lvl="3">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4pPr>
            <a:lvl5pPr lvl="4">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5pPr>
            <a:lvl6pPr lvl="5">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6pPr>
            <a:lvl7pPr lvl="6">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7pPr>
            <a:lvl8pPr lvl="7">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8pPr>
            <a:lvl9pPr lvl="8">
              <a:spcBef>
                <a:spcPts val="0"/>
              </a:spcBef>
              <a:spcAft>
                <a:spcPts val="0"/>
              </a:spcAft>
              <a:buClr>
                <a:schemeClr val="dk1"/>
              </a:buClr>
              <a:buSzPts val="2800"/>
              <a:buFont typeface="Lexend"/>
              <a:buNone/>
              <a:defRPr sz="2800">
                <a:solidFill>
                  <a:schemeClr val="dk1"/>
                </a:solidFill>
                <a:latin typeface="Lexend"/>
                <a:ea typeface="Lexend"/>
                <a:cs typeface="Lexend"/>
                <a:sym typeface="Lexend"/>
              </a:defRPr>
            </a:lvl9pPr>
          </a:lstStyle>
          <a:p/>
        </p:txBody>
      </p:sp>
      <p:sp>
        <p:nvSpPr>
          <p:cNvPr id="7" name="Google Shape;7;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 name="Google Shape;8;p1"/>
          <p:cNvSpPr txBox="1"/>
          <p:nvPr>
            <p:ph idx="1" type="body"/>
          </p:nvPr>
        </p:nvSpPr>
        <p:spPr>
          <a:xfrm>
            <a:off x="1239450" y="2823325"/>
            <a:ext cx="3145800" cy="2082000"/>
          </a:xfrm>
          <a:prstGeom prst="rect">
            <a:avLst/>
          </a:prstGeom>
          <a:noFill/>
          <a:ln>
            <a:noFill/>
          </a:ln>
        </p:spPr>
        <p:txBody>
          <a:bodyPr anchorCtr="0" anchor="t" bIns="91425" lIns="91425" spcFirstLastPara="1" rIns="91425" wrap="square" tIns="91425">
            <a:noAutofit/>
          </a:bodyPr>
          <a:lstStyle>
            <a:lvl1pPr indent="-279400" lvl="0" marL="457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1pPr>
            <a:lvl2pPr indent="-279400" lvl="1" marL="914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2pPr>
            <a:lvl3pPr indent="-279400" lvl="2" marL="1371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3pPr>
            <a:lvl4pPr indent="-279400" lvl="3" marL="1828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4pPr>
            <a:lvl5pPr indent="-279400" lvl="4" marL="22860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5pPr>
            <a:lvl6pPr indent="-279400" lvl="5" marL="27432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6pPr>
            <a:lvl7pPr indent="-279400" lvl="6" marL="32004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7pPr>
            <a:lvl8pPr indent="-279400" lvl="7" marL="36576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8pPr>
            <a:lvl9pPr indent="-279400" lvl="8" marL="4114800">
              <a:spcBef>
                <a:spcPts val="0"/>
              </a:spcBef>
              <a:spcAft>
                <a:spcPts val="0"/>
              </a:spcAft>
              <a:buClr>
                <a:schemeClr val="dk1"/>
              </a:buClr>
              <a:buSzPts val="800"/>
              <a:buFont typeface="Lexend Light"/>
              <a:buChar char="■"/>
              <a:defRPr sz="800">
                <a:solidFill>
                  <a:schemeClr val="dk1"/>
                </a:solidFill>
                <a:latin typeface="Lexend Light"/>
                <a:ea typeface="Lexend Light"/>
                <a:cs typeface="Lexend Light"/>
                <a:sym typeface="Lexend Light"/>
              </a:defRPr>
            </a:lvl9pPr>
          </a:lstStyle>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 id="2147483675" r:id="rId28"/>
    <p:sldLayoutId id="2147483676" r:id="rId29"/>
    <p:sldLayoutId id="2147483677" r:id="rId30"/>
    <p:sldLayoutId id="2147483678" r:id="rId3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extLst>
    <p:ext uri="{27BBF7A9-308A-43DC-89C8-2F10F3537804}">
      <p15:sldGuideLst>
        <p15:guide id="1" pos="72">
          <p15:clr>
            <a:srgbClr val="E46962"/>
          </p15:clr>
        </p15:guide>
        <p15:guide id="2" pos="5688">
          <p15:clr>
            <a:srgbClr val="E46962"/>
          </p15:clr>
        </p15:guide>
        <p15:guide id="3" orient="horz" pos="72">
          <p15:clr>
            <a:srgbClr val="E46962"/>
          </p15:clr>
        </p15:guide>
        <p15:guide id="4" orient="horz" pos="3168">
          <p15:clr>
            <a:srgbClr val="E46962"/>
          </p15:clr>
        </p15:guide>
        <p15:guide id="5" orient="horz" pos="864">
          <p15:clr>
            <a:srgbClr val="E46962"/>
          </p15:clr>
        </p15:guide>
        <p15:guide id="6" pos="196">
          <p15:clr>
            <a:srgbClr val="E46962"/>
          </p15:clr>
        </p15:guide>
        <p15:guide id="7" orient="horz" pos="936">
          <p15:clr>
            <a:srgbClr val="E46962"/>
          </p15:clr>
        </p15:guide>
        <p15:guide id="8" orient="horz" pos="684">
          <p15:clr>
            <a:srgbClr val="E46962"/>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hyperlink" Target="https://embodiedqa.org/" TargetMode="Externa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 Id="rId3" Type="http://schemas.openxmlformats.org/officeDocument/2006/relationships/image" Target="../media/image2.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64" name="Shape 1864"/>
        <p:cNvGrpSpPr/>
        <p:nvPr/>
      </p:nvGrpSpPr>
      <p:grpSpPr>
        <a:xfrm>
          <a:off x="0" y="0"/>
          <a:ext cx="0" cy="0"/>
          <a:chOff x="0" y="0"/>
          <a:chExt cx="0" cy="0"/>
        </a:xfrm>
      </p:grpSpPr>
      <p:sp>
        <p:nvSpPr>
          <p:cNvPr id="1865" name="Google Shape;1865;p33"/>
          <p:cNvSpPr txBox="1"/>
          <p:nvPr>
            <p:ph type="title"/>
          </p:nvPr>
        </p:nvSpPr>
        <p:spPr>
          <a:xfrm>
            <a:off x="1596150" y="483300"/>
            <a:ext cx="5951700" cy="14766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Clr>
                <a:schemeClr val="dk1"/>
              </a:buClr>
              <a:buSzPts val="1100"/>
              <a:buFont typeface="Arial"/>
              <a:buNone/>
            </a:pPr>
            <a:r>
              <a:rPr lang="en" sz="3000"/>
              <a:t>Evaluating Failure Modes in Open-Vocabulary 3D Scene</a:t>
            </a:r>
            <a:endParaRPr sz="3000"/>
          </a:p>
          <a:p>
            <a:pPr indent="0" lvl="0" marL="0" rtl="0" algn="ctr">
              <a:spcBef>
                <a:spcPts val="0"/>
              </a:spcBef>
              <a:spcAft>
                <a:spcPts val="0"/>
              </a:spcAft>
              <a:buClr>
                <a:schemeClr val="dk1"/>
              </a:buClr>
              <a:buSzPts val="1100"/>
              <a:buFont typeface="Arial"/>
              <a:buNone/>
            </a:pPr>
            <a:r>
              <a:rPr lang="en" sz="3000"/>
              <a:t>Understanding</a:t>
            </a:r>
            <a:endParaRPr sz="3000"/>
          </a:p>
          <a:p>
            <a:pPr indent="0" lvl="0" marL="0" rtl="0" algn="l">
              <a:spcBef>
                <a:spcPts val="0"/>
              </a:spcBef>
              <a:spcAft>
                <a:spcPts val="0"/>
              </a:spcAft>
              <a:buClr>
                <a:schemeClr val="dk1"/>
              </a:buClr>
              <a:buSzPts val="1100"/>
              <a:buFont typeface="Arial"/>
              <a:buNone/>
            </a:pPr>
            <a:r>
              <a:t/>
            </a:r>
            <a:endParaRPr sz="3000"/>
          </a:p>
        </p:txBody>
      </p:sp>
      <p:sp>
        <p:nvSpPr>
          <p:cNvPr id="1866" name="Google Shape;1866;p33"/>
          <p:cNvSpPr txBox="1"/>
          <p:nvPr>
            <p:ph idx="3" type="body"/>
          </p:nvPr>
        </p:nvSpPr>
        <p:spPr>
          <a:xfrm>
            <a:off x="3483000" y="1959900"/>
            <a:ext cx="2178000" cy="576900"/>
          </a:xfrm>
          <a:prstGeom prst="rect">
            <a:avLst/>
          </a:prstGeom>
        </p:spPr>
        <p:txBody>
          <a:bodyPr anchorCtr="0" anchor="t" bIns="91425" lIns="91425" spcFirstLastPara="1" rIns="91425" wrap="square" tIns="91425">
            <a:noAutofit/>
          </a:bodyPr>
          <a:lstStyle/>
          <a:p>
            <a:pPr indent="0" lvl="0" marL="0" rtl="0" algn="ctr">
              <a:spcBef>
                <a:spcPts val="0"/>
              </a:spcBef>
              <a:spcAft>
                <a:spcPts val="0"/>
              </a:spcAft>
              <a:buNone/>
            </a:pPr>
            <a:r>
              <a:rPr b="1" lang="en" sz="1200"/>
              <a:t>Senior Capstone Project</a:t>
            </a:r>
            <a:endParaRPr b="1" sz="1200"/>
          </a:p>
          <a:p>
            <a:pPr indent="0" lvl="0" marL="0" rtl="0" algn="ctr">
              <a:spcBef>
                <a:spcPts val="0"/>
              </a:spcBef>
              <a:spcAft>
                <a:spcPts val="0"/>
              </a:spcAft>
              <a:buNone/>
            </a:pPr>
            <a:r>
              <a:rPr b="1" lang="en" sz="1200"/>
              <a:t>Oliver Hatta Jones</a:t>
            </a:r>
            <a:endParaRPr b="1" sz="1200"/>
          </a:p>
          <a:p>
            <a:pPr indent="0" lvl="0" marL="0" rtl="0" algn="ctr">
              <a:spcBef>
                <a:spcPts val="0"/>
              </a:spcBef>
              <a:spcAft>
                <a:spcPts val="0"/>
              </a:spcAft>
              <a:buNone/>
            </a:pPr>
            <a:r>
              <a:rPr b="1" lang="en" sz="1200"/>
              <a:t>Oh2087</a:t>
            </a:r>
            <a:endParaRPr b="1" sz="1200"/>
          </a:p>
        </p:txBody>
      </p:sp>
      <p:grpSp>
        <p:nvGrpSpPr>
          <p:cNvPr id="1867" name="Google Shape;1867;p33"/>
          <p:cNvGrpSpPr/>
          <p:nvPr/>
        </p:nvGrpSpPr>
        <p:grpSpPr>
          <a:xfrm>
            <a:off x="1966534" y="2571650"/>
            <a:ext cx="5210945" cy="2242155"/>
            <a:chOff x="2267909" y="2831175"/>
            <a:chExt cx="4608193" cy="1982804"/>
          </a:xfrm>
        </p:grpSpPr>
        <p:grpSp>
          <p:nvGrpSpPr>
            <p:cNvPr id="1868" name="Google Shape;1868;p33"/>
            <p:cNvGrpSpPr/>
            <p:nvPr/>
          </p:nvGrpSpPr>
          <p:grpSpPr>
            <a:xfrm>
              <a:off x="2267909" y="3080044"/>
              <a:ext cx="4608193" cy="1733935"/>
              <a:chOff x="5485193" y="340487"/>
              <a:chExt cx="3462464" cy="1302829"/>
            </a:xfrm>
          </p:grpSpPr>
          <p:sp>
            <p:nvSpPr>
              <p:cNvPr id="1869" name="Google Shape;1869;p33"/>
              <p:cNvSpPr/>
              <p:nvPr/>
            </p:nvSpPr>
            <p:spPr>
              <a:xfrm>
                <a:off x="5485193" y="340487"/>
                <a:ext cx="3462464" cy="1296479"/>
              </a:xfrm>
              <a:custGeom>
                <a:rect b="b" l="l" r="r" t="t"/>
                <a:pathLst>
                  <a:path extrusionOk="0" h="1296479" w="3462464">
                    <a:moveTo>
                      <a:pt x="0" y="0"/>
                    </a:moveTo>
                    <a:lnTo>
                      <a:pt x="3462464" y="0"/>
                    </a:lnTo>
                    <a:lnTo>
                      <a:pt x="3462464" y="1296480"/>
                    </a:lnTo>
                    <a:lnTo>
                      <a:pt x="0" y="1296480"/>
                    </a:lnTo>
                    <a:close/>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0" name="Google Shape;1870;p33"/>
              <p:cNvSpPr/>
              <p:nvPr/>
            </p:nvSpPr>
            <p:spPr>
              <a:xfrm>
                <a:off x="784021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1" name="Google Shape;1871;p33"/>
              <p:cNvSpPr/>
              <p:nvPr/>
            </p:nvSpPr>
            <p:spPr>
              <a:xfrm>
                <a:off x="802481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2" name="Google Shape;1872;p33"/>
              <p:cNvSpPr/>
              <p:nvPr/>
            </p:nvSpPr>
            <p:spPr>
              <a:xfrm>
                <a:off x="820934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3" name="Google Shape;1873;p33"/>
              <p:cNvSpPr/>
              <p:nvPr/>
            </p:nvSpPr>
            <p:spPr>
              <a:xfrm>
                <a:off x="839393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4" name="Google Shape;1874;p33"/>
              <p:cNvSpPr/>
              <p:nvPr/>
            </p:nvSpPr>
            <p:spPr>
              <a:xfrm>
                <a:off x="857853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5" name="Google Shape;1875;p33"/>
              <p:cNvSpPr/>
              <p:nvPr/>
            </p:nvSpPr>
            <p:spPr>
              <a:xfrm>
                <a:off x="876306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6" name="Google Shape;1876;p33"/>
              <p:cNvSpPr/>
              <p:nvPr/>
            </p:nvSpPr>
            <p:spPr>
              <a:xfrm>
                <a:off x="675500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7" name="Google Shape;1877;p33"/>
              <p:cNvSpPr/>
              <p:nvPr/>
            </p:nvSpPr>
            <p:spPr>
              <a:xfrm>
                <a:off x="69395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8" name="Google Shape;1878;p33"/>
              <p:cNvSpPr/>
              <p:nvPr/>
            </p:nvSpPr>
            <p:spPr>
              <a:xfrm>
                <a:off x="712412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79" name="Google Shape;1879;p33"/>
              <p:cNvSpPr/>
              <p:nvPr/>
            </p:nvSpPr>
            <p:spPr>
              <a:xfrm>
                <a:off x="7308723"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0" name="Google Shape;1880;p33"/>
              <p:cNvSpPr/>
              <p:nvPr/>
            </p:nvSpPr>
            <p:spPr>
              <a:xfrm>
                <a:off x="749331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1" name="Google Shape;1881;p33"/>
              <p:cNvSpPr/>
              <p:nvPr/>
            </p:nvSpPr>
            <p:spPr>
              <a:xfrm>
                <a:off x="7677911"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2" name="Google Shape;1882;p33"/>
              <p:cNvSpPr/>
              <p:nvPr/>
            </p:nvSpPr>
            <p:spPr>
              <a:xfrm>
                <a:off x="566978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3" name="Google Shape;1883;p33"/>
              <p:cNvSpPr/>
              <p:nvPr/>
            </p:nvSpPr>
            <p:spPr>
              <a:xfrm>
                <a:off x="585438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4" name="Google Shape;1884;p33"/>
              <p:cNvSpPr/>
              <p:nvPr/>
            </p:nvSpPr>
            <p:spPr>
              <a:xfrm>
                <a:off x="603897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5" name="Google Shape;1885;p33"/>
              <p:cNvSpPr/>
              <p:nvPr/>
            </p:nvSpPr>
            <p:spPr>
              <a:xfrm>
                <a:off x="6223508"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6" name="Google Shape;1886;p33"/>
              <p:cNvSpPr/>
              <p:nvPr/>
            </p:nvSpPr>
            <p:spPr>
              <a:xfrm>
                <a:off x="6408102"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7" name="Google Shape;1887;p33"/>
              <p:cNvSpPr/>
              <p:nvPr/>
            </p:nvSpPr>
            <p:spPr>
              <a:xfrm>
                <a:off x="6592697" y="340487"/>
                <a:ext cx="6350" cy="1296479"/>
              </a:xfrm>
              <a:custGeom>
                <a:rect b="b" l="l" r="r" t="t"/>
                <a:pathLst>
                  <a:path extrusionOk="0" h="1296479" w="6350">
                    <a:moveTo>
                      <a:pt x="0" y="0"/>
                    </a:moveTo>
                    <a:lnTo>
                      <a:pt x="0" y="129648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8" name="Google Shape;1888;p33"/>
              <p:cNvSpPr/>
              <p:nvPr/>
            </p:nvSpPr>
            <p:spPr>
              <a:xfrm>
                <a:off x="5485193" y="525653"/>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89" name="Google Shape;1889;p33"/>
              <p:cNvSpPr/>
              <p:nvPr/>
            </p:nvSpPr>
            <p:spPr>
              <a:xfrm>
                <a:off x="5485193" y="145173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0" name="Google Shape;1890;p33"/>
              <p:cNvSpPr/>
              <p:nvPr/>
            </p:nvSpPr>
            <p:spPr>
              <a:xfrm>
                <a:off x="5485193" y="1636966"/>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1" name="Google Shape;1891;p33"/>
              <p:cNvSpPr/>
              <p:nvPr/>
            </p:nvSpPr>
            <p:spPr>
              <a:xfrm>
                <a:off x="5485193" y="1266507"/>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2" name="Google Shape;1892;p33"/>
              <p:cNvSpPr/>
              <p:nvPr/>
            </p:nvSpPr>
            <p:spPr>
              <a:xfrm>
                <a:off x="5485193" y="1081278"/>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3" name="Google Shape;1893;p33"/>
              <p:cNvSpPr/>
              <p:nvPr/>
            </p:nvSpPr>
            <p:spPr>
              <a:xfrm>
                <a:off x="5485193" y="89611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4" name="Google Shape;1894;p33"/>
              <p:cNvSpPr/>
              <p:nvPr/>
            </p:nvSpPr>
            <p:spPr>
              <a:xfrm>
                <a:off x="5485193" y="710882"/>
                <a:ext cx="3462464" cy="6350"/>
              </a:xfrm>
              <a:custGeom>
                <a:rect b="b" l="l" r="r" t="t"/>
                <a:pathLst>
                  <a:path extrusionOk="0" h="6350" w="3462464">
                    <a:moveTo>
                      <a:pt x="0" y="0"/>
                    </a:moveTo>
                    <a:lnTo>
                      <a:pt x="3462464" y="0"/>
                    </a:lnTo>
                  </a:path>
                </a:pathLst>
              </a:custGeom>
              <a:noFill/>
              <a:ln cap="flat" cmpd="sng" w="9525">
                <a:solidFill>
                  <a:schemeClr val="lt1"/>
                </a:solidFill>
                <a:prstDash val="solid"/>
                <a:miter lim="8000"/>
                <a:headEnd len="sm" w="sm" type="none"/>
                <a:tailEnd len="sm" w="sm" type="none"/>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
          <p:nvSpPr>
            <p:cNvPr id="1895" name="Google Shape;1895;p33"/>
            <p:cNvSpPr/>
            <p:nvPr/>
          </p:nvSpPr>
          <p:spPr>
            <a:xfrm>
              <a:off x="2764500" y="3326025"/>
              <a:ext cx="1195167" cy="737592"/>
            </a:xfrm>
            <a:custGeom>
              <a:rect b="b" l="l" r="r" t="t"/>
              <a:pathLst>
                <a:path extrusionOk="0" h="555625" w="922909">
                  <a:moveTo>
                    <a:pt x="0" y="0"/>
                  </a:moveTo>
                  <a:lnTo>
                    <a:pt x="922909" y="0"/>
                  </a:lnTo>
                  <a:lnTo>
                    <a:pt x="922909" y="555625"/>
                  </a:lnTo>
                  <a:lnTo>
                    <a:pt x="0" y="555625"/>
                  </a:lnTo>
                  <a:close/>
                </a:path>
              </a:pathLst>
            </a:custGeom>
            <a:solidFill>
              <a:schemeClr val="accent5"/>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6" name="Google Shape;1896;p33"/>
            <p:cNvSpPr/>
            <p:nvPr/>
          </p:nvSpPr>
          <p:spPr>
            <a:xfrm>
              <a:off x="5406200" y="2831175"/>
              <a:ext cx="974139" cy="985252"/>
            </a:xfrm>
            <a:custGeom>
              <a:rect b="b" l="l" r="r" t="t"/>
              <a:pathLst>
                <a:path extrusionOk="0" h="740791" w="740790">
                  <a:moveTo>
                    <a:pt x="740791" y="370395"/>
                  </a:moveTo>
                  <a:cubicBezTo>
                    <a:pt x="740791" y="574959"/>
                    <a:pt x="574959" y="740791"/>
                    <a:pt x="370396" y="740791"/>
                  </a:cubicBezTo>
                  <a:cubicBezTo>
                    <a:pt x="165832" y="740791"/>
                    <a:pt x="0" y="574959"/>
                    <a:pt x="0" y="370395"/>
                  </a:cubicBezTo>
                  <a:cubicBezTo>
                    <a:pt x="0" y="165832"/>
                    <a:pt x="165832" y="0"/>
                    <a:pt x="370396" y="0"/>
                  </a:cubicBezTo>
                  <a:cubicBezTo>
                    <a:pt x="574959" y="0"/>
                    <a:pt x="740791" y="165832"/>
                    <a:pt x="740791" y="370395"/>
                  </a:cubicBezTo>
                  <a:close/>
                </a:path>
              </a:pathLst>
            </a:custGeom>
            <a:solidFill>
              <a:schemeClr val="accent3"/>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sp>
          <p:nvSpPr>
            <p:cNvPr id="1897" name="Google Shape;1897;p33"/>
            <p:cNvSpPr/>
            <p:nvPr/>
          </p:nvSpPr>
          <p:spPr>
            <a:xfrm>
              <a:off x="4203775" y="3816425"/>
              <a:ext cx="736446" cy="738062"/>
            </a:xfrm>
            <a:custGeom>
              <a:rect b="b" l="l" r="r" t="t"/>
              <a:pathLst>
                <a:path extrusionOk="0" h="581151" w="553719">
                  <a:moveTo>
                    <a:pt x="553720" y="581152"/>
                  </a:moveTo>
                  <a:lnTo>
                    <a:pt x="0" y="581152"/>
                  </a:lnTo>
                  <a:lnTo>
                    <a:pt x="0" y="0"/>
                  </a:lnTo>
                  <a:lnTo>
                    <a:pt x="553720" y="581152"/>
                  </a:lnTo>
                  <a:close/>
                </a:path>
              </a:pathLst>
            </a:custGeom>
            <a:solidFill>
              <a:schemeClr val="accent2"/>
            </a:solidFill>
            <a:ln>
              <a:noFill/>
            </a:ln>
          </p:spPr>
          <p:txBody>
            <a:bodyPr anchorCtr="0" anchor="ctr" bIns="45700" lIns="91425" spcFirstLastPara="1" rIns="91425" wrap="square" tIns="45700">
              <a:noAutofit/>
            </a:bodyPr>
            <a:lstStyle/>
            <a:p>
              <a:pPr indent="0" lvl="0" marL="0" rtl="0" algn="l">
                <a:spcBef>
                  <a:spcPts val="0"/>
                </a:spcBef>
                <a:spcAft>
                  <a:spcPts val="0"/>
                </a:spcAft>
                <a:buNone/>
              </a:pPr>
              <a:r>
                <a:t/>
              </a:r>
              <a:endParaRPr sz="1800"/>
            </a:p>
          </p:txBody>
        </p:sp>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01" name="Shape 1901"/>
        <p:cNvGrpSpPr/>
        <p:nvPr/>
      </p:nvGrpSpPr>
      <p:grpSpPr>
        <a:xfrm>
          <a:off x="0" y="0"/>
          <a:ext cx="0" cy="0"/>
          <a:chOff x="0" y="0"/>
          <a:chExt cx="0" cy="0"/>
        </a:xfrm>
      </p:grpSpPr>
      <p:sp>
        <p:nvSpPr>
          <p:cNvPr id="1902" name="Google Shape;1902;p34"/>
          <p:cNvSpPr/>
          <p:nvPr/>
        </p:nvSpPr>
        <p:spPr>
          <a:xfrm>
            <a:off x="208251" y="1145575"/>
            <a:ext cx="4363800" cy="3521100"/>
          </a:xfrm>
          <a:prstGeom prst="roundRect">
            <a:avLst>
              <a:gd fmla="val 1969"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03" name="Google Shape;1903;p34"/>
          <p:cNvGrpSpPr/>
          <p:nvPr/>
        </p:nvGrpSpPr>
        <p:grpSpPr>
          <a:xfrm>
            <a:off x="278396" y="1241233"/>
            <a:ext cx="277873" cy="68400"/>
            <a:chOff x="520925" y="1460325"/>
            <a:chExt cx="277873" cy="68400"/>
          </a:xfrm>
        </p:grpSpPr>
        <p:sp>
          <p:nvSpPr>
            <p:cNvPr id="1904" name="Google Shape;1904;p34"/>
            <p:cNvSpPr/>
            <p:nvPr/>
          </p:nvSpPr>
          <p:spPr>
            <a:xfrm>
              <a:off x="520925" y="1460325"/>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5" name="Google Shape;1905;p34"/>
            <p:cNvSpPr/>
            <p:nvPr/>
          </p:nvSpPr>
          <p:spPr>
            <a:xfrm>
              <a:off x="625661" y="1460325"/>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06" name="Google Shape;1906;p34"/>
            <p:cNvSpPr/>
            <p:nvPr/>
          </p:nvSpPr>
          <p:spPr>
            <a:xfrm>
              <a:off x="730398" y="1460325"/>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sp>
        <p:nvSpPr>
          <p:cNvPr id="1907" name="Google Shape;1907;p34"/>
          <p:cNvSpPr/>
          <p:nvPr/>
        </p:nvSpPr>
        <p:spPr>
          <a:xfrm>
            <a:off x="4799206" y="1598699"/>
            <a:ext cx="3638400" cy="2078100"/>
          </a:xfrm>
          <a:prstGeom prst="roundRect">
            <a:avLst>
              <a:gd fmla="val 1969" name="adj"/>
            </a:avLst>
          </a:prstGeom>
          <a:solidFill>
            <a:schemeClr val="lt2"/>
          </a:solidFill>
          <a:ln>
            <a:noFill/>
          </a:ln>
          <a:effectLst>
            <a:outerShdw blurRad="47488" rotWithShape="0" algn="bl" dist="15829">
              <a:srgbClr val="000000">
                <a:alpha val="11000"/>
              </a:srgbClr>
            </a:outerShdw>
          </a:effectLst>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grpSp>
        <p:nvGrpSpPr>
          <p:cNvPr id="1908" name="Google Shape;1908;p34"/>
          <p:cNvGrpSpPr/>
          <p:nvPr/>
        </p:nvGrpSpPr>
        <p:grpSpPr>
          <a:xfrm>
            <a:off x="4895038" y="1678235"/>
            <a:ext cx="230885" cy="56834"/>
            <a:chOff x="520925" y="1460325"/>
            <a:chExt cx="277873" cy="68400"/>
          </a:xfrm>
        </p:grpSpPr>
        <p:sp>
          <p:nvSpPr>
            <p:cNvPr id="1909" name="Google Shape;1909;p34"/>
            <p:cNvSpPr/>
            <p:nvPr/>
          </p:nvSpPr>
          <p:spPr>
            <a:xfrm>
              <a:off x="520925" y="1460325"/>
              <a:ext cx="68400" cy="68400"/>
            </a:xfrm>
            <a:prstGeom prst="ellipse">
              <a:avLst/>
            </a:prstGeom>
            <a:solidFill>
              <a:schemeClr val="accent3"/>
            </a:solidFill>
            <a:ln>
              <a:noFill/>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1910" name="Google Shape;1910;p34"/>
            <p:cNvSpPr/>
            <p:nvPr/>
          </p:nvSpPr>
          <p:spPr>
            <a:xfrm>
              <a:off x="625661" y="1460325"/>
              <a:ext cx="68400" cy="68400"/>
            </a:xfrm>
            <a:prstGeom prst="ellipse">
              <a:avLst/>
            </a:prstGeom>
            <a:solidFill>
              <a:schemeClr val="accent5"/>
            </a:solidFill>
            <a:ln>
              <a:noFill/>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sp>
          <p:nvSpPr>
            <p:cNvPr id="1911" name="Google Shape;1911;p34"/>
            <p:cNvSpPr/>
            <p:nvPr/>
          </p:nvSpPr>
          <p:spPr>
            <a:xfrm>
              <a:off x="730398" y="1460325"/>
              <a:ext cx="68400" cy="68400"/>
            </a:xfrm>
            <a:prstGeom prst="ellipse">
              <a:avLst/>
            </a:prstGeom>
            <a:solidFill>
              <a:schemeClr val="accent4"/>
            </a:solidFill>
            <a:ln>
              <a:noFill/>
            </a:ln>
          </p:spPr>
          <p:txBody>
            <a:bodyPr anchorCtr="0" anchor="ctr" bIns="75975" lIns="75975" spcFirstLastPara="1" rIns="75975" wrap="square" tIns="75975">
              <a:noAutofit/>
            </a:bodyPr>
            <a:lstStyle/>
            <a:p>
              <a:pPr indent="0" lvl="0" marL="0" rtl="0" algn="ctr">
                <a:spcBef>
                  <a:spcPts val="0"/>
                </a:spcBef>
                <a:spcAft>
                  <a:spcPts val="0"/>
                </a:spcAft>
                <a:buNone/>
              </a:pPr>
              <a:r>
                <a:t/>
              </a:r>
              <a:endParaRPr sz="1163"/>
            </a:p>
          </p:txBody>
        </p:sp>
      </p:grpSp>
      <p:sp>
        <p:nvSpPr>
          <p:cNvPr id="1912" name="Google Shape;1912;p34"/>
          <p:cNvSpPr txBox="1"/>
          <p:nvPr>
            <p:ph type="title"/>
          </p:nvPr>
        </p:nvSpPr>
        <p:spPr>
          <a:xfrm>
            <a:off x="114300" y="295975"/>
            <a:ext cx="42036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highlight>
                  <a:schemeClr val="lt2"/>
                </a:highlight>
              </a:rPr>
              <a:t>Motivations</a:t>
            </a:r>
            <a:endParaRPr>
              <a:highlight>
                <a:schemeClr val="lt2"/>
              </a:highlight>
            </a:endParaRPr>
          </a:p>
        </p:txBody>
      </p:sp>
      <p:pic>
        <p:nvPicPr>
          <p:cNvPr id="1913" name="Google Shape;1913;p34"/>
          <p:cNvPicPr preferRelativeResize="0"/>
          <p:nvPr/>
        </p:nvPicPr>
        <p:blipFill>
          <a:blip r:embed="rId3">
            <a:alphaModFix/>
          </a:blip>
          <a:stretch>
            <a:fillRect/>
          </a:stretch>
        </p:blipFill>
        <p:spPr>
          <a:xfrm>
            <a:off x="4797950" y="1812269"/>
            <a:ext cx="3638530" cy="1766864"/>
          </a:xfrm>
          <a:prstGeom prst="rect">
            <a:avLst/>
          </a:prstGeom>
          <a:noFill/>
          <a:ln>
            <a:noFill/>
          </a:ln>
        </p:spPr>
      </p:pic>
      <p:sp>
        <p:nvSpPr>
          <p:cNvPr id="1914" name="Google Shape;1914;p34"/>
          <p:cNvSpPr txBox="1"/>
          <p:nvPr/>
        </p:nvSpPr>
        <p:spPr>
          <a:xfrm>
            <a:off x="208250" y="1402475"/>
            <a:ext cx="4363800" cy="3268800"/>
          </a:xfrm>
          <a:prstGeom prst="rect">
            <a:avLst/>
          </a:prstGeom>
          <a:solidFill>
            <a:schemeClr val="dk2"/>
          </a:solid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300">
                <a:solidFill>
                  <a:schemeClr val="dk1"/>
                </a:solidFill>
                <a:latin typeface="Lexend Light"/>
                <a:ea typeface="Lexend Light"/>
                <a:cs typeface="Lexend Light"/>
                <a:sym typeface="Lexend Light"/>
              </a:rPr>
              <a:t>Embodied Question Answering (EQA) is different than regular visual querying, as </a:t>
            </a:r>
            <a:r>
              <a:rPr lang="en" sz="1300">
                <a:solidFill>
                  <a:schemeClr val="dk1"/>
                </a:solidFill>
                <a:latin typeface="Lexend Light"/>
                <a:ea typeface="Lexend Light"/>
                <a:cs typeface="Lexend Light"/>
                <a:sym typeface="Lexend Light"/>
              </a:rPr>
              <a:t>typically</a:t>
            </a:r>
            <a:r>
              <a:rPr lang="en" sz="1300">
                <a:solidFill>
                  <a:schemeClr val="dk1"/>
                </a:solidFill>
                <a:latin typeface="Lexend Light"/>
                <a:ea typeface="Lexend Light"/>
                <a:cs typeface="Lexend Light"/>
                <a:sym typeface="Lexend Light"/>
              </a:rPr>
              <a:t> an agent will be set up inside of a simulated or real world scene, where the agent needs to gather observations over time, and then answer questions using what it has seen.  EQA is an important aspect of robotics, and </a:t>
            </a:r>
            <a:r>
              <a:rPr lang="en" sz="1300">
                <a:solidFill>
                  <a:schemeClr val="dk1"/>
                </a:solidFill>
                <a:latin typeface="Lexend Light"/>
                <a:ea typeface="Lexend Light"/>
                <a:cs typeface="Lexend Light"/>
                <a:sym typeface="Lexend Light"/>
              </a:rPr>
              <a:t>physical</a:t>
            </a:r>
            <a:r>
              <a:rPr lang="en" sz="1300">
                <a:solidFill>
                  <a:schemeClr val="dk1"/>
                </a:solidFill>
                <a:latin typeface="Lexend Light"/>
                <a:ea typeface="Lexend Light"/>
                <a:cs typeface="Lexend Light"/>
                <a:sym typeface="Lexend Light"/>
              </a:rPr>
              <a:t> AI, as it is a helpful evaluation tool to gain </a:t>
            </a:r>
            <a:r>
              <a:rPr lang="en" sz="1300">
                <a:solidFill>
                  <a:schemeClr val="dk1"/>
                </a:solidFill>
                <a:latin typeface="Lexend Light"/>
                <a:ea typeface="Lexend Light"/>
                <a:cs typeface="Lexend Light"/>
                <a:sym typeface="Lexend Light"/>
              </a:rPr>
              <a:t>insights</a:t>
            </a:r>
            <a:r>
              <a:rPr lang="en" sz="1300">
                <a:solidFill>
                  <a:schemeClr val="dk1"/>
                </a:solidFill>
                <a:latin typeface="Lexend Light"/>
                <a:ea typeface="Lexend Light"/>
                <a:cs typeface="Lexend Light"/>
                <a:sym typeface="Lexend Light"/>
              </a:rPr>
              <a:t> to how embodied agents understanding of said scenes.  </a:t>
            </a:r>
            <a:endParaRPr sz="1300">
              <a:solidFill>
                <a:schemeClr val="dk1"/>
              </a:solidFill>
              <a:latin typeface="Lexend Light"/>
              <a:ea typeface="Lexend Light"/>
              <a:cs typeface="Lexend Light"/>
              <a:sym typeface="Lexend Light"/>
            </a:endParaRPr>
          </a:p>
        </p:txBody>
      </p:sp>
      <p:sp>
        <p:nvSpPr>
          <p:cNvPr id="1915" name="Google Shape;1915;p34"/>
          <p:cNvSpPr txBox="1"/>
          <p:nvPr/>
        </p:nvSpPr>
        <p:spPr>
          <a:xfrm>
            <a:off x="5235875" y="3579116"/>
            <a:ext cx="3638400" cy="358200"/>
          </a:xfrm>
          <a:prstGeom prst="rect">
            <a:avLst/>
          </a:prstGeom>
          <a:noFill/>
          <a:ln>
            <a:noFill/>
          </a:ln>
        </p:spPr>
        <p:txBody>
          <a:bodyPr anchorCtr="0" anchor="t" bIns="117075" lIns="117075" spcFirstLastPara="1" rIns="117075" wrap="square" tIns="117075">
            <a:noAutofit/>
          </a:bodyPr>
          <a:lstStyle/>
          <a:p>
            <a:pPr indent="0" lvl="0" marL="0" rtl="0" algn="l">
              <a:spcBef>
                <a:spcPts val="0"/>
              </a:spcBef>
              <a:spcAft>
                <a:spcPts val="0"/>
              </a:spcAft>
              <a:buNone/>
            </a:pPr>
            <a:r>
              <a:rPr lang="en" sz="1024">
                <a:solidFill>
                  <a:schemeClr val="dk1"/>
                </a:solidFill>
                <a:latin typeface="Lexend Light"/>
                <a:ea typeface="Lexend Light"/>
                <a:cs typeface="Lexend Light"/>
                <a:sym typeface="Lexend Light"/>
              </a:rPr>
              <a:t>Adapted from: </a:t>
            </a:r>
            <a:r>
              <a:rPr lang="en" sz="1024" u="sng">
                <a:solidFill>
                  <a:schemeClr val="hlink"/>
                </a:solidFill>
                <a:latin typeface="Lexend Light"/>
                <a:ea typeface="Lexend Light"/>
                <a:cs typeface="Lexend Light"/>
                <a:sym typeface="Lexend Light"/>
                <a:hlinkClick r:id="rId4"/>
              </a:rPr>
              <a:t>https://embodiedqa.org/</a:t>
            </a:r>
            <a:r>
              <a:rPr lang="en" sz="1024">
                <a:solidFill>
                  <a:schemeClr val="dk1"/>
                </a:solidFill>
                <a:latin typeface="Lexend Light"/>
                <a:ea typeface="Lexend Light"/>
                <a:cs typeface="Lexend Light"/>
                <a:sym typeface="Lexend Light"/>
              </a:rPr>
              <a:t> </a:t>
            </a:r>
            <a:endParaRPr sz="1024">
              <a:solidFill>
                <a:schemeClr val="dk1"/>
              </a:solidFill>
              <a:latin typeface="Lexend Light"/>
              <a:ea typeface="Lexend Light"/>
              <a:cs typeface="Lexend Light"/>
              <a:sym typeface="Lexend Light"/>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9" name="Shape 1919"/>
        <p:cNvGrpSpPr/>
        <p:nvPr/>
      </p:nvGrpSpPr>
      <p:grpSpPr>
        <a:xfrm>
          <a:off x="0" y="0"/>
          <a:ext cx="0" cy="0"/>
          <a:chOff x="0" y="0"/>
          <a:chExt cx="0" cy="0"/>
        </a:xfrm>
      </p:grpSpPr>
      <p:sp>
        <p:nvSpPr>
          <p:cNvPr id="1920" name="Google Shape;1920;p35"/>
          <p:cNvSpPr/>
          <p:nvPr/>
        </p:nvSpPr>
        <p:spPr>
          <a:xfrm>
            <a:off x="162625" y="2197125"/>
            <a:ext cx="8637600" cy="2832000"/>
          </a:xfrm>
          <a:prstGeom prst="roundRect">
            <a:avLst>
              <a:gd fmla="val 1969" name="adj"/>
            </a:avLst>
          </a:prstGeom>
          <a:solidFill>
            <a:schemeClr val="lt2"/>
          </a:solidFill>
          <a:ln>
            <a:noFill/>
          </a:ln>
          <a:effectLst>
            <a:outerShdw blurRad="45967" rotWithShape="0" algn="bl" dist="15322">
              <a:srgbClr val="000000">
                <a:alpha val="11000"/>
              </a:srgbClr>
            </a:outerShdw>
          </a:effectLst>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sp>
        <p:nvSpPr>
          <p:cNvPr id="1921" name="Google Shape;1921;p35"/>
          <p:cNvSpPr/>
          <p:nvPr/>
        </p:nvSpPr>
        <p:spPr>
          <a:xfrm>
            <a:off x="6122036" y="2536992"/>
            <a:ext cx="2512200" cy="2301900"/>
          </a:xfrm>
          <a:prstGeom prst="roundRect">
            <a:avLst>
              <a:gd fmla="val 4721" name="adj"/>
            </a:avLst>
          </a:prstGeom>
          <a:solidFill>
            <a:schemeClr val="accent5"/>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sp>
        <p:nvSpPr>
          <p:cNvPr id="1922" name="Google Shape;1922;p35"/>
          <p:cNvSpPr/>
          <p:nvPr/>
        </p:nvSpPr>
        <p:spPr>
          <a:xfrm>
            <a:off x="373983" y="2536992"/>
            <a:ext cx="2512200" cy="2301900"/>
          </a:xfrm>
          <a:prstGeom prst="roundRect">
            <a:avLst>
              <a:gd fmla="val 4721" name="adj"/>
            </a:avLst>
          </a:prstGeom>
          <a:solidFill>
            <a:schemeClr val="accent3"/>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grpSp>
        <p:nvGrpSpPr>
          <p:cNvPr id="1923" name="Google Shape;1923;p35"/>
          <p:cNvGrpSpPr/>
          <p:nvPr/>
        </p:nvGrpSpPr>
        <p:grpSpPr>
          <a:xfrm>
            <a:off x="245422" y="2247416"/>
            <a:ext cx="310495" cy="55014"/>
            <a:chOff x="520925" y="1460325"/>
            <a:chExt cx="277873" cy="68400"/>
          </a:xfrm>
        </p:grpSpPr>
        <p:sp>
          <p:nvSpPr>
            <p:cNvPr id="1924" name="Google Shape;1924;p35"/>
            <p:cNvSpPr/>
            <p:nvPr/>
          </p:nvSpPr>
          <p:spPr>
            <a:xfrm>
              <a:off x="520925" y="1460325"/>
              <a:ext cx="68400" cy="68400"/>
            </a:xfrm>
            <a:prstGeom prst="ellipse">
              <a:avLst/>
            </a:prstGeom>
            <a:solidFill>
              <a:schemeClr val="accent3"/>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sp>
          <p:nvSpPr>
            <p:cNvPr id="1925" name="Google Shape;1925;p35"/>
            <p:cNvSpPr/>
            <p:nvPr/>
          </p:nvSpPr>
          <p:spPr>
            <a:xfrm>
              <a:off x="625661" y="1460325"/>
              <a:ext cx="68400" cy="68400"/>
            </a:xfrm>
            <a:prstGeom prst="ellipse">
              <a:avLst/>
            </a:prstGeom>
            <a:solidFill>
              <a:schemeClr val="accent5"/>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sp>
          <p:nvSpPr>
            <p:cNvPr id="1926" name="Google Shape;1926;p35"/>
            <p:cNvSpPr/>
            <p:nvPr/>
          </p:nvSpPr>
          <p:spPr>
            <a:xfrm>
              <a:off x="730398" y="1460325"/>
              <a:ext cx="68400" cy="68400"/>
            </a:xfrm>
            <a:prstGeom prst="ellipse">
              <a:avLst/>
            </a:prstGeom>
            <a:solidFill>
              <a:schemeClr val="accent4"/>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grpSp>
      <p:sp>
        <p:nvSpPr>
          <p:cNvPr id="1927" name="Google Shape;1927;p35"/>
          <p:cNvSpPr txBox="1"/>
          <p:nvPr>
            <p:ph type="title"/>
          </p:nvPr>
        </p:nvSpPr>
        <p:spPr>
          <a:xfrm>
            <a:off x="114300" y="478800"/>
            <a:ext cx="50160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highlight>
                  <a:schemeClr val="lt2"/>
                </a:highlight>
              </a:rPr>
              <a:t>Related Works</a:t>
            </a:r>
            <a:endParaRPr>
              <a:highlight>
                <a:schemeClr val="lt2"/>
              </a:highlight>
            </a:endParaRPr>
          </a:p>
        </p:txBody>
      </p:sp>
      <p:sp>
        <p:nvSpPr>
          <p:cNvPr id="1928" name="Google Shape;1928;p35"/>
          <p:cNvSpPr txBox="1"/>
          <p:nvPr/>
        </p:nvSpPr>
        <p:spPr>
          <a:xfrm>
            <a:off x="373983" y="2642437"/>
            <a:ext cx="2512200" cy="5817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b="1" lang="en" sz="1406">
                <a:solidFill>
                  <a:schemeClr val="dk1"/>
                </a:solidFill>
                <a:latin typeface="Lexend"/>
                <a:ea typeface="Lexend"/>
                <a:cs typeface="Lexend"/>
                <a:sym typeface="Lexend"/>
              </a:rPr>
              <a:t>3D Gaussian Scene </a:t>
            </a:r>
            <a:r>
              <a:rPr b="1" lang="en" sz="1406">
                <a:solidFill>
                  <a:schemeClr val="dk1"/>
                </a:solidFill>
                <a:latin typeface="Lexend"/>
                <a:ea typeface="Lexend"/>
                <a:cs typeface="Lexend"/>
                <a:sym typeface="Lexend"/>
              </a:rPr>
              <a:t>Representation</a:t>
            </a:r>
            <a:endParaRPr b="1" sz="1406">
              <a:solidFill>
                <a:schemeClr val="dk1"/>
              </a:solidFill>
              <a:latin typeface="Lexend"/>
              <a:ea typeface="Lexend"/>
              <a:cs typeface="Lexend"/>
              <a:sym typeface="Lexend"/>
            </a:endParaRPr>
          </a:p>
        </p:txBody>
      </p:sp>
      <p:sp>
        <p:nvSpPr>
          <p:cNvPr id="1929" name="Google Shape;1929;p35"/>
          <p:cNvSpPr txBox="1"/>
          <p:nvPr/>
        </p:nvSpPr>
        <p:spPr>
          <a:xfrm>
            <a:off x="6122039" y="2642437"/>
            <a:ext cx="2512200" cy="3714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b="1" lang="en" sz="1448">
                <a:solidFill>
                  <a:schemeClr val="dk1"/>
                </a:solidFill>
                <a:latin typeface="Lexend"/>
                <a:ea typeface="Lexend"/>
                <a:cs typeface="Lexend"/>
                <a:sym typeface="Lexend"/>
              </a:rPr>
              <a:t>Topological Memory</a:t>
            </a:r>
            <a:endParaRPr b="1" sz="1448">
              <a:solidFill>
                <a:schemeClr val="dk1"/>
              </a:solidFill>
              <a:latin typeface="Lexend"/>
              <a:ea typeface="Lexend"/>
              <a:cs typeface="Lexend"/>
              <a:sym typeface="Lexend"/>
            </a:endParaRPr>
          </a:p>
        </p:txBody>
      </p:sp>
      <p:sp>
        <p:nvSpPr>
          <p:cNvPr id="1930" name="Google Shape;1930;p35"/>
          <p:cNvSpPr txBox="1"/>
          <p:nvPr/>
        </p:nvSpPr>
        <p:spPr>
          <a:xfrm>
            <a:off x="549107" y="3112962"/>
            <a:ext cx="2162100" cy="13854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lang="en" sz="1004">
                <a:solidFill>
                  <a:schemeClr val="dk1"/>
                </a:solidFill>
                <a:latin typeface="Lexend Light"/>
                <a:ea typeface="Lexend Light"/>
                <a:cs typeface="Lexend Light"/>
                <a:sym typeface="Lexend Light"/>
              </a:rPr>
              <a:t>Represents the environment as a dense 3D set of Gaussian primitives.  Each Gaussian stores position, appearance, geometry, and learned semantic features.  Observations from multiple viewpoints are fused into this continuous 3D representation </a:t>
            </a:r>
            <a:endParaRPr sz="1004">
              <a:solidFill>
                <a:schemeClr val="dk1"/>
              </a:solidFill>
              <a:latin typeface="Lexend Light"/>
              <a:ea typeface="Lexend Light"/>
              <a:cs typeface="Lexend Light"/>
              <a:sym typeface="Lexend Light"/>
            </a:endParaRPr>
          </a:p>
        </p:txBody>
      </p:sp>
      <p:sp>
        <p:nvSpPr>
          <p:cNvPr id="1931" name="Google Shape;1931;p35"/>
          <p:cNvSpPr txBox="1"/>
          <p:nvPr/>
        </p:nvSpPr>
        <p:spPr>
          <a:xfrm>
            <a:off x="6297189" y="3162427"/>
            <a:ext cx="2162100" cy="15399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lang="en" sz="1004">
                <a:solidFill>
                  <a:schemeClr val="dk1"/>
                </a:solidFill>
                <a:latin typeface="Lexend Light"/>
                <a:ea typeface="Lexend Light"/>
                <a:cs typeface="Lexend Light"/>
                <a:sym typeface="Lexend Light"/>
              </a:rPr>
              <a:t>Similar to Scene Graphs, </a:t>
            </a:r>
            <a:r>
              <a:rPr lang="en" sz="1004">
                <a:solidFill>
                  <a:schemeClr val="dk1"/>
                </a:solidFill>
                <a:latin typeface="Lexend Light"/>
                <a:ea typeface="Lexend Light"/>
                <a:cs typeface="Lexend Light"/>
                <a:sym typeface="Lexend Light"/>
              </a:rPr>
              <a:t>topological</a:t>
            </a:r>
            <a:r>
              <a:rPr lang="en" sz="1004">
                <a:solidFill>
                  <a:schemeClr val="dk1"/>
                </a:solidFill>
                <a:latin typeface="Lexend Light"/>
                <a:ea typeface="Lexend Light"/>
                <a:cs typeface="Lexend Light"/>
                <a:sym typeface="Lexend Light"/>
              </a:rPr>
              <a:t> memory represents the environment as a graph of places, regions, or visual segments.  Nodes represent locations or observations, while edges represent connectivity or possible movement between them.  </a:t>
            </a:r>
            <a:endParaRPr sz="1004">
              <a:solidFill>
                <a:schemeClr val="dk1"/>
              </a:solidFill>
              <a:latin typeface="Lexend Light"/>
              <a:ea typeface="Lexend Light"/>
              <a:cs typeface="Lexend Light"/>
              <a:sym typeface="Lexend Light"/>
            </a:endParaRPr>
          </a:p>
        </p:txBody>
      </p:sp>
      <p:sp>
        <p:nvSpPr>
          <p:cNvPr id="1932" name="Google Shape;1932;p35"/>
          <p:cNvSpPr/>
          <p:nvPr/>
        </p:nvSpPr>
        <p:spPr>
          <a:xfrm>
            <a:off x="3248017" y="2536992"/>
            <a:ext cx="2512200" cy="2301900"/>
          </a:xfrm>
          <a:prstGeom prst="roundRect">
            <a:avLst>
              <a:gd fmla="val 4721" name="adj"/>
            </a:avLst>
          </a:prstGeom>
          <a:solidFill>
            <a:schemeClr val="accent4"/>
          </a:solidFill>
          <a:ln>
            <a:noFill/>
          </a:ln>
        </p:spPr>
        <p:txBody>
          <a:bodyPr anchorCtr="0" anchor="ctr" bIns="73550" lIns="73550" spcFirstLastPara="1" rIns="73550" wrap="square" tIns="73550">
            <a:noAutofit/>
          </a:bodyPr>
          <a:lstStyle/>
          <a:p>
            <a:pPr indent="0" lvl="0" marL="0" rtl="0" algn="ctr">
              <a:spcBef>
                <a:spcPts val="0"/>
              </a:spcBef>
              <a:spcAft>
                <a:spcPts val="0"/>
              </a:spcAft>
              <a:buNone/>
            </a:pPr>
            <a:r>
              <a:t/>
            </a:r>
            <a:endParaRPr sz="1126"/>
          </a:p>
        </p:txBody>
      </p:sp>
      <p:sp>
        <p:nvSpPr>
          <p:cNvPr id="1933" name="Google Shape;1933;p35"/>
          <p:cNvSpPr txBox="1"/>
          <p:nvPr/>
        </p:nvSpPr>
        <p:spPr>
          <a:xfrm>
            <a:off x="3248021" y="2642437"/>
            <a:ext cx="2512200" cy="3714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b="1" lang="en" sz="1448">
                <a:solidFill>
                  <a:schemeClr val="dk1"/>
                </a:solidFill>
                <a:latin typeface="Lexend"/>
                <a:ea typeface="Lexend"/>
                <a:cs typeface="Lexend"/>
                <a:sym typeface="Lexend"/>
              </a:rPr>
              <a:t>Scene Graphs</a:t>
            </a:r>
            <a:endParaRPr b="1" sz="1448">
              <a:solidFill>
                <a:schemeClr val="dk1"/>
              </a:solidFill>
              <a:latin typeface="Lexend"/>
              <a:ea typeface="Lexend"/>
              <a:cs typeface="Lexend"/>
              <a:sym typeface="Lexend"/>
            </a:endParaRPr>
          </a:p>
        </p:txBody>
      </p:sp>
      <p:sp>
        <p:nvSpPr>
          <p:cNvPr id="1934" name="Google Shape;1934;p35"/>
          <p:cNvSpPr txBox="1"/>
          <p:nvPr/>
        </p:nvSpPr>
        <p:spPr>
          <a:xfrm>
            <a:off x="3423160" y="3162427"/>
            <a:ext cx="2162100" cy="1076100"/>
          </a:xfrm>
          <a:prstGeom prst="rect">
            <a:avLst/>
          </a:prstGeom>
          <a:noFill/>
          <a:ln>
            <a:noFill/>
          </a:ln>
        </p:spPr>
        <p:txBody>
          <a:bodyPr anchorCtr="0" anchor="t" bIns="73550" lIns="73550" spcFirstLastPara="1" rIns="73550" wrap="square" tIns="73550">
            <a:spAutoFit/>
          </a:bodyPr>
          <a:lstStyle/>
          <a:p>
            <a:pPr indent="0" lvl="0" marL="0" rtl="0" algn="ctr">
              <a:spcBef>
                <a:spcPts val="0"/>
              </a:spcBef>
              <a:spcAft>
                <a:spcPts val="0"/>
              </a:spcAft>
              <a:buNone/>
            </a:pPr>
            <a:r>
              <a:rPr lang="en" sz="1004">
                <a:solidFill>
                  <a:schemeClr val="dk1"/>
                </a:solidFill>
                <a:latin typeface="Lexend Light"/>
                <a:ea typeface="Lexend Light"/>
                <a:cs typeface="Lexend Light"/>
                <a:sym typeface="Lexend Light"/>
              </a:rPr>
              <a:t>Represents the environment as objects and their relationships. Nodes represent semantic entities such as chairs, tables, and rooms, while edges encode semantic or spatial relationships.  </a:t>
            </a:r>
            <a:endParaRPr sz="1004">
              <a:solidFill>
                <a:schemeClr val="dk1"/>
              </a:solidFill>
              <a:latin typeface="Lexend Light"/>
              <a:ea typeface="Lexend Light"/>
              <a:cs typeface="Lexend Light"/>
              <a:sym typeface="Lexend Light"/>
            </a:endParaRPr>
          </a:p>
        </p:txBody>
      </p:sp>
      <p:sp>
        <p:nvSpPr>
          <p:cNvPr id="1935" name="Google Shape;1935;p35"/>
          <p:cNvSpPr/>
          <p:nvPr/>
        </p:nvSpPr>
        <p:spPr>
          <a:xfrm>
            <a:off x="5284699" y="380711"/>
            <a:ext cx="3347400" cy="1539900"/>
          </a:xfrm>
          <a:prstGeom prst="roundRect">
            <a:avLst>
              <a:gd fmla="val 1969" name="adj"/>
            </a:avLst>
          </a:prstGeom>
          <a:solidFill>
            <a:schemeClr val="lt2"/>
          </a:solidFill>
          <a:ln>
            <a:noFill/>
          </a:ln>
          <a:effectLst>
            <a:outerShdw blurRad="35191" rotWithShape="0" algn="bl" dist="11730">
              <a:srgbClr val="000000">
                <a:alpha val="11000"/>
              </a:srgbClr>
            </a:outerShdw>
          </a:effectLst>
        </p:spPr>
        <p:txBody>
          <a:bodyPr anchorCtr="0" anchor="ctr" bIns="56275" lIns="56275" spcFirstLastPara="1" rIns="56275" wrap="square" tIns="56275">
            <a:noAutofit/>
          </a:bodyPr>
          <a:lstStyle/>
          <a:p>
            <a:pPr indent="0" lvl="0" marL="0" rtl="0" algn="ctr">
              <a:spcBef>
                <a:spcPts val="0"/>
              </a:spcBef>
              <a:spcAft>
                <a:spcPts val="0"/>
              </a:spcAft>
              <a:buNone/>
            </a:pPr>
            <a:r>
              <a:t/>
            </a:r>
            <a:endParaRPr sz="862"/>
          </a:p>
        </p:txBody>
      </p:sp>
      <p:pic>
        <p:nvPicPr>
          <p:cNvPr id="1936" name="Google Shape;1936;p35"/>
          <p:cNvPicPr preferRelativeResize="0"/>
          <p:nvPr/>
        </p:nvPicPr>
        <p:blipFill>
          <a:blip r:embed="rId3">
            <a:alphaModFix/>
          </a:blip>
          <a:stretch>
            <a:fillRect/>
          </a:stretch>
        </p:blipFill>
        <p:spPr>
          <a:xfrm>
            <a:off x="5284699" y="529302"/>
            <a:ext cx="3292761" cy="1391254"/>
          </a:xfrm>
          <a:prstGeom prst="rect">
            <a:avLst/>
          </a:prstGeom>
          <a:noFill/>
          <a:ln>
            <a:noFill/>
          </a:ln>
        </p:spPr>
      </p:pic>
      <p:sp>
        <p:nvSpPr>
          <p:cNvPr id="1937" name="Google Shape;1937;p35"/>
          <p:cNvSpPr txBox="1"/>
          <p:nvPr/>
        </p:nvSpPr>
        <p:spPr>
          <a:xfrm>
            <a:off x="5532273" y="1877730"/>
            <a:ext cx="2852700" cy="251700"/>
          </a:xfrm>
          <a:prstGeom prst="rect">
            <a:avLst/>
          </a:prstGeom>
          <a:noFill/>
          <a:ln>
            <a:noFill/>
          </a:ln>
        </p:spPr>
        <p:txBody>
          <a:bodyPr anchorCtr="0" anchor="t" bIns="82350" lIns="82350" spcFirstLastPara="1" rIns="82350" wrap="square" tIns="82350">
            <a:noAutofit/>
          </a:bodyPr>
          <a:lstStyle/>
          <a:p>
            <a:pPr indent="0" lvl="0" marL="0" rtl="0" algn="l">
              <a:spcBef>
                <a:spcPts val="0"/>
              </a:spcBef>
              <a:spcAft>
                <a:spcPts val="0"/>
              </a:spcAft>
              <a:buNone/>
            </a:pPr>
            <a:r>
              <a:rPr lang="en" sz="720">
                <a:solidFill>
                  <a:schemeClr val="dk1"/>
                </a:solidFill>
                <a:latin typeface="Lexend Light"/>
                <a:ea typeface="Lexend Light"/>
                <a:cs typeface="Lexend Light"/>
                <a:sym typeface="Lexend Light"/>
              </a:rPr>
              <a:t>Adapted from: Wald, J. et al. (2020). Learning 3D Semantic Scene Graphs from 3D Indoor Reconstructions. CVPR 2020. </a:t>
            </a:r>
            <a:endParaRPr sz="720">
              <a:solidFill>
                <a:schemeClr val="dk1"/>
              </a:solidFill>
              <a:latin typeface="Lexend Light"/>
              <a:ea typeface="Lexend Light"/>
              <a:cs typeface="Lexend Light"/>
              <a:sym typeface="Lexend Light"/>
            </a:endParaRPr>
          </a:p>
        </p:txBody>
      </p:sp>
      <p:grpSp>
        <p:nvGrpSpPr>
          <p:cNvPr id="1938" name="Google Shape;1938;p35"/>
          <p:cNvGrpSpPr/>
          <p:nvPr/>
        </p:nvGrpSpPr>
        <p:grpSpPr>
          <a:xfrm>
            <a:off x="5371490" y="439722"/>
            <a:ext cx="215018" cy="52914"/>
            <a:chOff x="520925" y="1460325"/>
            <a:chExt cx="277873" cy="68400"/>
          </a:xfrm>
        </p:grpSpPr>
        <p:sp>
          <p:nvSpPr>
            <p:cNvPr id="1939" name="Google Shape;1939;p35"/>
            <p:cNvSpPr/>
            <p:nvPr/>
          </p:nvSpPr>
          <p:spPr>
            <a:xfrm>
              <a:off x="520925" y="1460325"/>
              <a:ext cx="68400" cy="68400"/>
            </a:xfrm>
            <a:prstGeom prst="ellipse">
              <a:avLst/>
            </a:prstGeom>
            <a:solidFill>
              <a:schemeClr val="accent3"/>
            </a:solidFill>
            <a:ln>
              <a:noFill/>
            </a:ln>
          </p:spPr>
          <p:txBody>
            <a:bodyPr anchorCtr="0" anchor="ctr" bIns="70725" lIns="70725" spcFirstLastPara="1" rIns="70725" wrap="square" tIns="70725">
              <a:noAutofit/>
            </a:bodyPr>
            <a:lstStyle/>
            <a:p>
              <a:pPr indent="0" lvl="0" marL="0" rtl="0" algn="ctr">
                <a:spcBef>
                  <a:spcPts val="0"/>
                </a:spcBef>
                <a:spcAft>
                  <a:spcPts val="0"/>
                </a:spcAft>
                <a:buNone/>
              </a:pPr>
              <a:r>
                <a:t/>
              </a:r>
              <a:endParaRPr sz="1083"/>
            </a:p>
          </p:txBody>
        </p:sp>
        <p:sp>
          <p:nvSpPr>
            <p:cNvPr id="1940" name="Google Shape;1940;p35"/>
            <p:cNvSpPr/>
            <p:nvPr/>
          </p:nvSpPr>
          <p:spPr>
            <a:xfrm>
              <a:off x="625661" y="1460325"/>
              <a:ext cx="68400" cy="68400"/>
            </a:xfrm>
            <a:prstGeom prst="ellipse">
              <a:avLst/>
            </a:prstGeom>
            <a:solidFill>
              <a:schemeClr val="accent5"/>
            </a:solidFill>
            <a:ln>
              <a:noFill/>
            </a:ln>
          </p:spPr>
          <p:txBody>
            <a:bodyPr anchorCtr="0" anchor="ctr" bIns="70725" lIns="70725" spcFirstLastPara="1" rIns="70725" wrap="square" tIns="70725">
              <a:noAutofit/>
            </a:bodyPr>
            <a:lstStyle/>
            <a:p>
              <a:pPr indent="0" lvl="0" marL="0" rtl="0" algn="ctr">
                <a:spcBef>
                  <a:spcPts val="0"/>
                </a:spcBef>
                <a:spcAft>
                  <a:spcPts val="0"/>
                </a:spcAft>
                <a:buNone/>
              </a:pPr>
              <a:r>
                <a:t/>
              </a:r>
              <a:endParaRPr sz="1083"/>
            </a:p>
          </p:txBody>
        </p:sp>
        <p:sp>
          <p:nvSpPr>
            <p:cNvPr id="1941" name="Google Shape;1941;p35"/>
            <p:cNvSpPr/>
            <p:nvPr/>
          </p:nvSpPr>
          <p:spPr>
            <a:xfrm>
              <a:off x="730398" y="1460325"/>
              <a:ext cx="68400" cy="68400"/>
            </a:xfrm>
            <a:prstGeom prst="ellipse">
              <a:avLst/>
            </a:prstGeom>
            <a:solidFill>
              <a:schemeClr val="accent4"/>
            </a:solidFill>
            <a:ln>
              <a:noFill/>
            </a:ln>
          </p:spPr>
          <p:txBody>
            <a:bodyPr anchorCtr="0" anchor="ctr" bIns="70725" lIns="70725" spcFirstLastPara="1" rIns="70725" wrap="square" tIns="70725">
              <a:noAutofit/>
            </a:bodyPr>
            <a:lstStyle/>
            <a:p>
              <a:pPr indent="0" lvl="0" marL="0" rtl="0" algn="ctr">
                <a:spcBef>
                  <a:spcPts val="0"/>
                </a:spcBef>
                <a:spcAft>
                  <a:spcPts val="0"/>
                </a:spcAft>
                <a:buNone/>
              </a:pPr>
              <a:r>
                <a:t/>
              </a:r>
              <a:endParaRPr sz="1083"/>
            </a:p>
          </p:txBody>
        </p:sp>
      </p:gr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5" name="Shape 1945"/>
        <p:cNvGrpSpPr/>
        <p:nvPr/>
      </p:nvGrpSpPr>
      <p:grpSpPr>
        <a:xfrm>
          <a:off x="0" y="0"/>
          <a:ext cx="0" cy="0"/>
          <a:chOff x="0" y="0"/>
          <a:chExt cx="0" cy="0"/>
        </a:xfrm>
      </p:grpSpPr>
      <p:sp>
        <p:nvSpPr>
          <p:cNvPr id="1946" name="Google Shape;1946;p36"/>
          <p:cNvSpPr/>
          <p:nvPr/>
        </p:nvSpPr>
        <p:spPr>
          <a:xfrm>
            <a:off x="219300" y="1843375"/>
            <a:ext cx="6295200" cy="3094800"/>
          </a:xfrm>
          <a:prstGeom prst="roundRect">
            <a:avLst>
              <a:gd fmla="val 4803" name="adj"/>
            </a:avLst>
          </a:prstGeom>
          <a:solidFill>
            <a:schemeClr val="lt2"/>
          </a:solidFill>
          <a:ln>
            <a:noFill/>
          </a:ln>
          <a:effectLst>
            <a:outerShdw blurRad="64008" rotWithShape="0" algn="bl" dist="21336">
              <a:srgbClr val="000000">
                <a:alpha val="11000"/>
              </a:srgbClr>
            </a:outerShdw>
          </a:effectLst>
        </p:spPr>
        <p:txBody>
          <a:bodyPr anchorCtr="0" anchor="ctr" bIns="102375" lIns="102375" spcFirstLastPara="1" rIns="102375" wrap="square" tIns="102375">
            <a:noAutofit/>
          </a:bodyPr>
          <a:lstStyle/>
          <a:p>
            <a:pPr indent="0" lvl="0" marL="0" rtl="0" algn="ctr">
              <a:spcBef>
                <a:spcPts val="0"/>
              </a:spcBef>
              <a:spcAft>
                <a:spcPts val="0"/>
              </a:spcAft>
              <a:buNone/>
            </a:pPr>
            <a:r>
              <a:t/>
            </a:r>
            <a:endParaRPr sz="1568"/>
          </a:p>
        </p:txBody>
      </p:sp>
      <p:sp>
        <p:nvSpPr>
          <p:cNvPr id="1947" name="Google Shape;1947;p36"/>
          <p:cNvSpPr txBox="1"/>
          <p:nvPr>
            <p:ph idx="4" type="subTitle"/>
          </p:nvPr>
        </p:nvSpPr>
        <p:spPr>
          <a:xfrm>
            <a:off x="219473" y="2101384"/>
            <a:ext cx="6465600" cy="2482500"/>
          </a:xfrm>
          <a:prstGeom prst="rect">
            <a:avLst/>
          </a:prstGeom>
        </p:spPr>
        <p:txBody>
          <a:bodyPr anchorCtr="0" anchor="t" bIns="102375" lIns="102375" spcFirstLastPara="1" rIns="102375" wrap="square" tIns="102375">
            <a:spAutoFit/>
          </a:bodyPr>
          <a:lstStyle/>
          <a:p>
            <a:pPr indent="-341374" lvl="0" marL="512060" rtl="0" algn="l">
              <a:lnSpc>
                <a:spcPct val="100000"/>
              </a:lnSpc>
              <a:spcBef>
                <a:spcPts val="0"/>
              </a:spcBef>
              <a:spcAft>
                <a:spcPts val="0"/>
              </a:spcAft>
              <a:buSzPts val="1344"/>
              <a:buFont typeface="Lexend"/>
              <a:buChar char="●"/>
            </a:pPr>
            <a:r>
              <a:rPr b="1" lang="en" sz="1344">
                <a:latin typeface="Lexend"/>
                <a:ea typeface="Lexend"/>
                <a:cs typeface="Lexend"/>
                <a:sym typeface="Lexend"/>
              </a:rPr>
              <a:t>Episodic-Memory EQA (EM-EQA)  </a:t>
            </a:r>
            <a:endParaRPr b="1" sz="1344">
              <a:latin typeface="Lexend"/>
              <a:ea typeface="Lexend"/>
              <a:cs typeface="Lexend"/>
              <a:sym typeface="Lexend"/>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Agent has already explored the environment.</a:t>
            </a:r>
            <a:endParaRPr sz="1344">
              <a:solidFill>
                <a:schemeClr val="dk1"/>
              </a:solidFill>
              <a:latin typeface="Lexend Light"/>
              <a:ea typeface="Lexend Light"/>
              <a:cs typeface="Lexend Light"/>
              <a:sym typeface="Lexend Light"/>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Receives a question plus recorded observations from the trajectory.</a:t>
            </a:r>
            <a:endParaRPr sz="1344">
              <a:solidFill>
                <a:schemeClr val="dk1"/>
              </a:solidFill>
              <a:latin typeface="Lexend Light"/>
              <a:ea typeface="Lexend Light"/>
              <a:cs typeface="Lexend Light"/>
              <a:sym typeface="Lexend Light"/>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Must answer using only previously collected visual/spatial information.</a:t>
            </a:r>
            <a:endParaRPr sz="1344">
              <a:solidFill>
                <a:schemeClr val="dk1"/>
              </a:solidFill>
              <a:latin typeface="Lexend Light"/>
              <a:ea typeface="Lexend Light"/>
              <a:cs typeface="Lexend Light"/>
              <a:sym typeface="Lexend Light"/>
            </a:endParaRPr>
          </a:p>
          <a:p>
            <a:pPr indent="-341374" lvl="0" marL="512060" rtl="0" algn="l">
              <a:lnSpc>
                <a:spcPct val="100000"/>
              </a:lnSpc>
              <a:spcBef>
                <a:spcPts val="0"/>
              </a:spcBef>
              <a:spcAft>
                <a:spcPts val="0"/>
              </a:spcAft>
              <a:buSzPts val="1344"/>
              <a:buFont typeface="Lexend"/>
              <a:buChar char="●"/>
            </a:pPr>
            <a:r>
              <a:rPr b="1" lang="en" sz="1344">
                <a:latin typeface="Lexend"/>
                <a:ea typeface="Lexend"/>
                <a:cs typeface="Lexend"/>
                <a:sym typeface="Lexend"/>
              </a:rPr>
              <a:t>Active EQA (A-EQA)  </a:t>
            </a:r>
            <a:endParaRPr b="1" sz="1344">
              <a:latin typeface="Lexend"/>
              <a:ea typeface="Lexend"/>
              <a:cs typeface="Lexend"/>
              <a:sym typeface="Lexend"/>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Agent receives a question before or during exploration.</a:t>
            </a:r>
            <a:endParaRPr sz="1344">
              <a:solidFill>
                <a:schemeClr val="dk1"/>
              </a:solidFill>
              <a:latin typeface="Lexend Light"/>
              <a:ea typeface="Lexend Light"/>
              <a:cs typeface="Lexend Light"/>
              <a:sym typeface="Lexend Light"/>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Can actively navigate to gather missing information.</a:t>
            </a:r>
            <a:endParaRPr sz="1344">
              <a:solidFill>
                <a:schemeClr val="dk1"/>
              </a:solidFill>
              <a:latin typeface="Lexend Light"/>
              <a:ea typeface="Lexend Light"/>
              <a:cs typeface="Lexend Light"/>
              <a:sym typeface="Lexend Light"/>
            </a:endParaRPr>
          </a:p>
          <a:p>
            <a:pPr indent="-341374" lvl="1" marL="1024120" rtl="0" algn="l">
              <a:lnSpc>
                <a:spcPct val="100000"/>
              </a:lnSpc>
              <a:spcBef>
                <a:spcPts val="0"/>
              </a:spcBef>
              <a:spcAft>
                <a:spcPts val="0"/>
              </a:spcAft>
              <a:buSzPts val="1344"/>
              <a:buFont typeface="Lexend Light"/>
              <a:buChar char="○"/>
            </a:pPr>
            <a:r>
              <a:rPr lang="en" sz="1344">
                <a:solidFill>
                  <a:schemeClr val="dk1"/>
                </a:solidFill>
                <a:latin typeface="Lexend Light"/>
                <a:ea typeface="Lexend Light"/>
                <a:cs typeface="Lexend Light"/>
                <a:sym typeface="Lexend Light"/>
              </a:rPr>
              <a:t>Must decide where to move and what to observe before answering.</a:t>
            </a:r>
            <a:endParaRPr sz="1344">
              <a:solidFill>
                <a:schemeClr val="dk1"/>
              </a:solidFill>
              <a:latin typeface="Lexend Light"/>
              <a:ea typeface="Lexend Light"/>
              <a:cs typeface="Lexend Light"/>
              <a:sym typeface="Lexend Light"/>
            </a:endParaRPr>
          </a:p>
        </p:txBody>
      </p:sp>
      <p:sp>
        <p:nvSpPr>
          <p:cNvPr id="1948" name="Google Shape;1948;p36"/>
          <p:cNvSpPr/>
          <p:nvPr/>
        </p:nvSpPr>
        <p:spPr>
          <a:xfrm>
            <a:off x="6742934" y="1992859"/>
            <a:ext cx="2149200" cy="2433000"/>
          </a:xfrm>
          <a:prstGeom prst="roundRect">
            <a:avLst>
              <a:gd fmla="val 4803" name="adj"/>
            </a:avLst>
          </a:prstGeom>
          <a:solidFill>
            <a:schemeClr val="lt2"/>
          </a:solidFill>
          <a:ln>
            <a:noFill/>
          </a:ln>
          <a:effectLst>
            <a:outerShdw blurRad="57150" rotWithShape="0" algn="bl" dist="19050">
              <a:srgbClr val="000000">
                <a:alpha val="11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49" name="Google Shape;1949;p36"/>
          <p:cNvGrpSpPr/>
          <p:nvPr/>
        </p:nvGrpSpPr>
        <p:grpSpPr>
          <a:xfrm>
            <a:off x="6813109" y="2094184"/>
            <a:ext cx="277873" cy="68400"/>
            <a:chOff x="6723459" y="2419159"/>
            <a:chExt cx="277873" cy="68400"/>
          </a:xfrm>
        </p:grpSpPr>
        <p:sp>
          <p:nvSpPr>
            <p:cNvPr id="1950" name="Google Shape;1950;p36"/>
            <p:cNvSpPr/>
            <p:nvPr/>
          </p:nvSpPr>
          <p:spPr>
            <a:xfrm>
              <a:off x="6723459" y="2419159"/>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1" name="Google Shape;1951;p36"/>
            <p:cNvSpPr/>
            <p:nvPr/>
          </p:nvSpPr>
          <p:spPr>
            <a:xfrm>
              <a:off x="6828196" y="2419159"/>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52" name="Google Shape;1952;p36"/>
            <p:cNvSpPr/>
            <p:nvPr/>
          </p:nvSpPr>
          <p:spPr>
            <a:xfrm>
              <a:off x="6932932" y="2419159"/>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53" name="Google Shape;1953;p36"/>
          <p:cNvGrpSpPr/>
          <p:nvPr/>
        </p:nvGrpSpPr>
        <p:grpSpPr>
          <a:xfrm>
            <a:off x="297900" y="1956868"/>
            <a:ext cx="311218" cy="76608"/>
            <a:chOff x="412745" y="2419159"/>
            <a:chExt cx="277873" cy="68400"/>
          </a:xfrm>
        </p:grpSpPr>
        <p:sp>
          <p:nvSpPr>
            <p:cNvPr id="1954" name="Google Shape;1954;p36"/>
            <p:cNvSpPr/>
            <p:nvPr/>
          </p:nvSpPr>
          <p:spPr>
            <a:xfrm>
              <a:off x="412745" y="2419159"/>
              <a:ext cx="68400" cy="68400"/>
            </a:xfrm>
            <a:prstGeom prst="ellipse">
              <a:avLst/>
            </a:prstGeom>
            <a:solidFill>
              <a:schemeClr val="accent3"/>
            </a:solidFill>
            <a:ln>
              <a:noFill/>
            </a:ln>
          </p:spPr>
          <p:txBody>
            <a:bodyPr anchorCtr="0" anchor="ctr" bIns="102375" lIns="102375" spcFirstLastPara="1" rIns="102375" wrap="square" tIns="102375">
              <a:noAutofit/>
            </a:bodyPr>
            <a:lstStyle/>
            <a:p>
              <a:pPr indent="0" lvl="0" marL="0" rtl="0" algn="ctr">
                <a:spcBef>
                  <a:spcPts val="0"/>
                </a:spcBef>
                <a:spcAft>
                  <a:spcPts val="0"/>
                </a:spcAft>
                <a:buNone/>
              </a:pPr>
              <a:r>
                <a:t/>
              </a:r>
              <a:endParaRPr sz="1568"/>
            </a:p>
          </p:txBody>
        </p:sp>
        <p:sp>
          <p:nvSpPr>
            <p:cNvPr id="1955" name="Google Shape;1955;p36"/>
            <p:cNvSpPr/>
            <p:nvPr/>
          </p:nvSpPr>
          <p:spPr>
            <a:xfrm>
              <a:off x="517482" y="2419159"/>
              <a:ext cx="68400" cy="68400"/>
            </a:xfrm>
            <a:prstGeom prst="ellipse">
              <a:avLst/>
            </a:prstGeom>
            <a:solidFill>
              <a:schemeClr val="accent5"/>
            </a:solidFill>
            <a:ln>
              <a:noFill/>
            </a:ln>
          </p:spPr>
          <p:txBody>
            <a:bodyPr anchorCtr="0" anchor="ctr" bIns="102375" lIns="102375" spcFirstLastPara="1" rIns="102375" wrap="square" tIns="102375">
              <a:noAutofit/>
            </a:bodyPr>
            <a:lstStyle/>
            <a:p>
              <a:pPr indent="0" lvl="0" marL="0" rtl="0" algn="ctr">
                <a:spcBef>
                  <a:spcPts val="0"/>
                </a:spcBef>
                <a:spcAft>
                  <a:spcPts val="0"/>
                </a:spcAft>
                <a:buNone/>
              </a:pPr>
              <a:r>
                <a:t/>
              </a:r>
              <a:endParaRPr sz="1568"/>
            </a:p>
          </p:txBody>
        </p:sp>
        <p:sp>
          <p:nvSpPr>
            <p:cNvPr id="1956" name="Google Shape;1956;p36"/>
            <p:cNvSpPr/>
            <p:nvPr/>
          </p:nvSpPr>
          <p:spPr>
            <a:xfrm>
              <a:off x="622218" y="2419159"/>
              <a:ext cx="68400" cy="68400"/>
            </a:xfrm>
            <a:prstGeom prst="ellipse">
              <a:avLst/>
            </a:prstGeom>
            <a:solidFill>
              <a:schemeClr val="accent4"/>
            </a:solidFill>
            <a:ln>
              <a:noFill/>
            </a:ln>
          </p:spPr>
          <p:txBody>
            <a:bodyPr anchorCtr="0" anchor="ctr" bIns="102375" lIns="102375" spcFirstLastPara="1" rIns="102375" wrap="square" tIns="102375">
              <a:noAutofit/>
            </a:bodyPr>
            <a:lstStyle/>
            <a:p>
              <a:pPr indent="0" lvl="0" marL="0" rtl="0" algn="ctr">
                <a:spcBef>
                  <a:spcPts val="0"/>
                </a:spcBef>
                <a:spcAft>
                  <a:spcPts val="0"/>
                </a:spcAft>
                <a:buNone/>
              </a:pPr>
              <a:r>
                <a:t/>
              </a:r>
              <a:endParaRPr sz="1568"/>
            </a:p>
          </p:txBody>
        </p:sp>
      </p:grpSp>
      <p:sp>
        <p:nvSpPr>
          <p:cNvPr id="1957" name="Google Shape;1957;p36"/>
          <p:cNvSpPr txBox="1"/>
          <p:nvPr>
            <p:ph idx="5" type="subTitle"/>
          </p:nvPr>
        </p:nvSpPr>
        <p:spPr>
          <a:xfrm>
            <a:off x="6813100" y="2223225"/>
            <a:ext cx="2085000" cy="20466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0"/>
              </a:spcAft>
              <a:buClr>
                <a:schemeClr val="dk1"/>
              </a:buClr>
              <a:buSzPts val="1100"/>
              <a:buFont typeface="Arial"/>
              <a:buNone/>
            </a:pPr>
            <a:r>
              <a:rPr lang="en"/>
              <a:t>EM-EQA t</a:t>
            </a:r>
            <a:r>
              <a:rPr lang="en" sz="1344"/>
              <a:t>ests memory quality and scene representation. </a:t>
            </a:r>
            <a:endParaRPr sz="1344"/>
          </a:p>
          <a:p>
            <a:pPr indent="0" lvl="0" marL="0" rtl="0" algn="l">
              <a:spcBef>
                <a:spcPts val="0"/>
              </a:spcBef>
              <a:spcAft>
                <a:spcPts val="0"/>
              </a:spcAft>
              <a:buNone/>
            </a:pPr>
            <a:r>
              <a:t/>
            </a:r>
            <a:endParaRPr sz="1344"/>
          </a:p>
          <a:p>
            <a:pPr indent="0" lvl="0" marL="0" rtl="0" algn="l">
              <a:spcBef>
                <a:spcPts val="0"/>
              </a:spcBef>
              <a:spcAft>
                <a:spcPts val="0"/>
              </a:spcAft>
              <a:buNone/>
            </a:pPr>
            <a:r>
              <a:rPr lang="en" sz="1344"/>
              <a:t>A-EQA t</a:t>
            </a:r>
            <a:r>
              <a:rPr lang="en" sz="1344">
                <a:solidFill>
                  <a:schemeClr val="dk1"/>
                </a:solidFill>
                <a:latin typeface="Lexend Light"/>
                <a:ea typeface="Lexend Light"/>
                <a:cs typeface="Lexend Light"/>
                <a:sym typeface="Lexend Light"/>
              </a:rPr>
              <a:t>ests both exploration strategy and question answering.</a:t>
            </a:r>
            <a:endParaRPr sz="1344">
              <a:solidFill>
                <a:schemeClr val="dk1"/>
              </a:solidFill>
              <a:latin typeface="Lexend Light"/>
              <a:ea typeface="Lexend Light"/>
              <a:cs typeface="Lexend Light"/>
              <a:sym typeface="Lexend Light"/>
            </a:endParaRPr>
          </a:p>
          <a:p>
            <a:pPr indent="0" lvl="0" marL="0" rtl="0" algn="l">
              <a:lnSpc>
                <a:spcPct val="100000"/>
              </a:lnSpc>
              <a:spcBef>
                <a:spcPts val="0"/>
              </a:spcBef>
              <a:spcAft>
                <a:spcPts val="0"/>
              </a:spcAft>
              <a:buClr>
                <a:schemeClr val="dk1"/>
              </a:buClr>
              <a:buSzPts val="1100"/>
              <a:buFont typeface="Arial"/>
              <a:buNone/>
            </a:pPr>
            <a:r>
              <a:rPr lang="en" sz="1344"/>
              <a:t> </a:t>
            </a:r>
            <a:endParaRPr/>
          </a:p>
        </p:txBody>
      </p:sp>
      <p:sp>
        <p:nvSpPr>
          <p:cNvPr id="1958" name="Google Shape;1958;p36"/>
          <p:cNvSpPr txBox="1"/>
          <p:nvPr>
            <p:ph type="title"/>
          </p:nvPr>
        </p:nvSpPr>
        <p:spPr>
          <a:xfrm>
            <a:off x="114300" y="328675"/>
            <a:ext cx="4919100" cy="1514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highlight>
                  <a:schemeClr val="lt2"/>
                </a:highlight>
              </a:rPr>
              <a:t>Related Works: OpenEQA</a:t>
            </a:r>
            <a:endParaRPr>
              <a:highlight>
                <a:schemeClr val="lt2"/>
              </a:highlight>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62" name="Shape 1962"/>
        <p:cNvGrpSpPr/>
        <p:nvPr/>
      </p:nvGrpSpPr>
      <p:grpSpPr>
        <a:xfrm>
          <a:off x="0" y="0"/>
          <a:ext cx="0" cy="0"/>
          <a:chOff x="0" y="0"/>
          <a:chExt cx="0" cy="0"/>
        </a:xfrm>
      </p:grpSpPr>
      <p:sp>
        <p:nvSpPr>
          <p:cNvPr id="1963" name="Google Shape;1963;p37"/>
          <p:cNvSpPr/>
          <p:nvPr/>
        </p:nvSpPr>
        <p:spPr>
          <a:xfrm>
            <a:off x="311700" y="2133875"/>
            <a:ext cx="5155500" cy="2578500"/>
          </a:xfrm>
          <a:prstGeom prst="roundRect">
            <a:avLst>
              <a:gd fmla="val 4934" name="adj"/>
            </a:avLst>
          </a:prstGeom>
          <a:solidFill>
            <a:schemeClr val="lt2"/>
          </a:solidFill>
          <a:ln>
            <a:noFill/>
          </a:ln>
          <a:effectLst>
            <a:outerShdw blurRad="72528" rotWithShape="0" algn="bl" dist="24176">
              <a:srgbClr val="000000">
                <a:alpha val="12000"/>
              </a:srgbClr>
            </a:outerShdw>
          </a:effectLst>
        </p:spPr>
        <p:txBody>
          <a:bodyPr anchorCtr="0" anchor="ctr" bIns="116025" lIns="116025" spcFirstLastPara="1" rIns="116025" wrap="square" tIns="116025">
            <a:noAutofit/>
          </a:bodyPr>
          <a:lstStyle/>
          <a:p>
            <a:pPr indent="0" lvl="0" marL="0" rtl="0" algn="ctr">
              <a:spcBef>
                <a:spcPts val="0"/>
              </a:spcBef>
              <a:spcAft>
                <a:spcPts val="0"/>
              </a:spcAft>
              <a:buNone/>
            </a:pPr>
            <a:r>
              <a:rPr lang="en" sz="1777"/>
              <a:t>  </a:t>
            </a:r>
            <a:endParaRPr sz="1777"/>
          </a:p>
        </p:txBody>
      </p:sp>
      <p:sp>
        <p:nvSpPr>
          <p:cNvPr id="1964" name="Google Shape;1964;p37"/>
          <p:cNvSpPr txBox="1"/>
          <p:nvPr>
            <p:ph type="title"/>
          </p:nvPr>
        </p:nvSpPr>
        <p:spPr>
          <a:xfrm>
            <a:off x="209775" y="468575"/>
            <a:ext cx="5016000" cy="15147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None/>
            </a:pPr>
            <a:r>
              <a:rPr lang="en"/>
              <a:t>Related Works: Concept Graphs </a:t>
            </a:r>
            <a:endParaRPr/>
          </a:p>
        </p:txBody>
      </p:sp>
      <p:sp>
        <p:nvSpPr>
          <p:cNvPr id="1965" name="Google Shape;1965;p37"/>
          <p:cNvSpPr txBox="1"/>
          <p:nvPr/>
        </p:nvSpPr>
        <p:spPr>
          <a:xfrm>
            <a:off x="388607" y="2200121"/>
            <a:ext cx="5155500" cy="2578500"/>
          </a:xfrm>
          <a:prstGeom prst="rect">
            <a:avLst/>
          </a:prstGeom>
          <a:noFill/>
          <a:ln>
            <a:noFill/>
          </a:ln>
        </p:spPr>
        <p:txBody>
          <a:bodyPr anchorCtr="0" anchor="t" bIns="116025" lIns="116025" spcFirstLastPara="1" rIns="116025" wrap="square" tIns="116025">
            <a:spAutoFit/>
          </a:bodyPr>
          <a:lstStyle/>
          <a:p>
            <a:pPr indent="-325304" lvl="0" marL="457200" rtl="0" algn="l">
              <a:spcBef>
                <a:spcPts val="0"/>
              </a:spcBef>
              <a:spcAft>
                <a:spcPts val="0"/>
              </a:spcAft>
              <a:buClr>
                <a:schemeClr val="dk1"/>
              </a:buClr>
              <a:buSzPts val="1523"/>
              <a:buFont typeface="Lexend Light"/>
              <a:buChar char="●"/>
            </a:pPr>
            <a:r>
              <a:rPr lang="en" sz="1523">
                <a:solidFill>
                  <a:schemeClr val="dk1"/>
                </a:solidFill>
                <a:latin typeface="Lexend Light"/>
                <a:ea typeface="Lexend Light"/>
                <a:cs typeface="Lexend Light"/>
                <a:sym typeface="Lexend Light"/>
              </a:rPr>
              <a:t>Concept graphs will serve as the primary baseline for this research project.  </a:t>
            </a:r>
            <a:endParaRPr sz="1523">
              <a:solidFill>
                <a:schemeClr val="dk1"/>
              </a:solidFill>
              <a:latin typeface="Lexend Light"/>
              <a:ea typeface="Lexend Light"/>
              <a:cs typeface="Lexend Light"/>
              <a:sym typeface="Lexend Light"/>
            </a:endParaRPr>
          </a:p>
          <a:p>
            <a:pPr indent="-325304" lvl="0" marL="457200" rtl="0" algn="l">
              <a:spcBef>
                <a:spcPts val="0"/>
              </a:spcBef>
              <a:spcAft>
                <a:spcPts val="0"/>
              </a:spcAft>
              <a:buClr>
                <a:schemeClr val="dk1"/>
              </a:buClr>
              <a:buSzPts val="1523"/>
              <a:buFont typeface="Lexend Light"/>
              <a:buChar char="●"/>
            </a:pPr>
            <a:r>
              <a:rPr lang="en" sz="1523">
                <a:solidFill>
                  <a:schemeClr val="dk1"/>
                </a:solidFill>
                <a:latin typeface="Lexend Light"/>
                <a:ea typeface="Lexend Light"/>
                <a:cs typeface="Lexend Light"/>
                <a:sym typeface="Lexend Light"/>
              </a:rPr>
              <a:t>Authors here point out that 3D scene graphs are good at efficiently describing scenes using objects and edges</a:t>
            </a:r>
            <a:endParaRPr sz="1523">
              <a:solidFill>
                <a:schemeClr val="dk1"/>
              </a:solidFill>
              <a:latin typeface="Lexend Light"/>
              <a:ea typeface="Lexend Light"/>
              <a:cs typeface="Lexend Light"/>
              <a:sym typeface="Lexend Light"/>
            </a:endParaRPr>
          </a:p>
          <a:p>
            <a:pPr indent="-325304" lvl="0" marL="457200" rtl="0" algn="l">
              <a:spcBef>
                <a:spcPts val="0"/>
              </a:spcBef>
              <a:spcAft>
                <a:spcPts val="0"/>
              </a:spcAft>
              <a:buClr>
                <a:schemeClr val="dk1"/>
              </a:buClr>
              <a:buSzPts val="1523"/>
              <a:buFont typeface="Lexend Light"/>
              <a:buChar char="●"/>
            </a:pPr>
            <a:r>
              <a:rPr lang="en" sz="1523">
                <a:solidFill>
                  <a:schemeClr val="dk1"/>
                </a:solidFill>
                <a:latin typeface="Lexend Light"/>
                <a:ea typeface="Lexend Light"/>
                <a:cs typeface="Lexend Light"/>
                <a:sym typeface="Lexend Light"/>
              </a:rPr>
              <a:t>The final graph depends on several construction stages. Errors in detection, multi-view association, object merging, or relationship generation can change what information is available to downstream queries. </a:t>
            </a:r>
            <a:endParaRPr sz="1523">
              <a:solidFill>
                <a:schemeClr val="dk1"/>
              </a:solidFill>
              <a:latin typeface="Lexend Light"/>
              <a:ea typeface="Lexend Light"/>
              <a:cs typeface="Lexend Light"/>
              <a:sym typeface="Lexend Light"/>
            </a:endParaRPr>
          </a:p>
        </p:txBody>
      </p:sp>
      <p:pic>
        <p:nvPicPr>
          <p:cNvPr id="1966" name="Google Shape;1966;p37"/>
          <p:cNvPicPr preferRelativeResize="0"/>
          <p:nvPr/>
        </p:nvPicPr>
        <p:blipFill>
          <a:blip r:embed="rId3">
            <a:alphaModFix/>
          </a:blip>
          <a:stretch>
            <a:fillRect/>
          </a:stretch>
        </p:blipFill>
        <p:spPr>
          <a:xfrm>
            <a:off x="5133325" y="425158"/>
            <a:ext cx="4010676" cy="1627991"/>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0" name="Shape 1970"/>
        <p:cNvGrpSpPr/>
        <p:nvPr/>
      </p:nvGrpSpPr>
      <p:grpSpPr>
        <a:xfrm>
          <a:off x="0" y="0"/>
          <a:ext cx="0" cy="0"/>
          <a:chOff x="0" y="0"/>
          <a:chExt cx="0" cy="0"/>
        </a:xfrm>
      </p:grpSpPr>
      <p:sp>
        <p:nvSpPr>
          <p:cNvPr id="1971" name="Google Shape;1971;p38"/>
          <p:cNvSpPr/>
          <p:nvPr/>
        </p:nvSpPr>
        <p:spPr>
          <a:xfrm>
            <a:off x="321975" y="2227525"/>
            <a:ext cx="4332300" cy="2658600"/>
          </a:xfrm>
          <a:prstGeom prst="roundRect">
            <a:avLst>
              <a:gd fmla="val 4803" name="adj"/>
            </a:avLst>
          </a:prstGeom>
          <a:solidFill>
            <a:schemeClr val="lt2"/>
          </a:solidFill>
          <a:ln>
            <a:noFill/>
          </a:ln>
          <a:effectLst>
            <a:outerShdw blurRad="59281" rotWithShape="0" algn="bl" dist="19760">
              <a:srgbClr val="000000">
                <a:alpha val="10000"/>
              </a:srgbClr>
            </a:outerShdw>
          </a:effectLst>
        </p:spPr>
        <p:txBody>
          <a:bodyPr anchorCtr="0" anchor="ctr" bIns="94825" lIns="94825" spcFirstLastPara="1" rIns="94825" wrap="square" tIns="94825">
            <a:noAutofit/>
          </a:bodyPr>
          <a:lstStyle/>
          <a:p>
            <a:pPr indent="0" lvl="0" marL="0" rtl="0" algn="ctr">
              <a:spcBef>
                <a:spcPts val="0"/>
              </a:spcBef>
              <a:spcAft>
                <a:spcPts val="0"/>
              </a:spcAft>
              <a:buNone/>
            </a:pPr>
            <a:r>
              <a:t/>
            </a:r>
            <a:endParaRPr sz="1452"/>
          </a:p>
        </p:txBody>
      </p:sp>
      <p:sp>
        <p:nvSpPr>
          <p:cNvPr id="1972" name="Google Shape;1972;p38"/>
          <p:cNvSpPr/>
          <p:nvPr/>
        </p:nvSpPr>
        <p:spPr>
          <a:xfrm>
            <a:off x="4918350" y="2222225"/>
            <a:ext cx="4061400" cy="26586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nvGrpSpPr>
          <p:cNvPr id="1973" name="Google Shape;1973;p38"/>
          <p:cNvGrpSpPr/>
          <p:nvPr/>
        </p:nvGrpSpPr>
        <p:grpSpPr>
          <a:xfrm>
            <a:off x="5011663" y="2323540"/>
            <a:ext cx="277873" cy="68400"/>
            <a:chOff x="5024113" y="2416840"/>
            <a:chExt cx="277873" cy="68400"/>
          </a:xfrm>
        </p:grpSpPr>
        <p:sp>
          <p:nvSpPr>
            <p:cNvPr id="1974" name="Google Shape;1974;p38"/>
            <p:cNvSpPr/>
            <p:nvPr/>
          </p:nvSpPr>
          <p:spPr>
            <a:xfrm>
              <a:off x="5024113" y="2416840"/>
              <a:ext cx="68400" cy="68400"/>
            </a:xfrm>
            <a:prstGeom prst="ellipse">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5" name="Google Shape;1975;p38"/>
            <p:cNvSpPr/>
            <p:nvPr/>
          </p:nvSpPr>
          <p:spPr>
            <a:xfrm>
              <a:off x="5128849" y="2416840"/>
              <a:ext cx="68400" cy="68400"/>
            </a:xfrm>
            <a:prstGeom prst="ellipse">
              <a:avLst/>
            </a:prstGeom>
            <a:solidFill>
              <a:schemeClr val="accent5"/>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1976" name="Google Shape;1976;p38"/>
            <p:cNvSpPr/>
            <p:nvPr/>
          </p:nvSpPr>
          <p:spPr>
            <a:xfrm>
              <a:off x="5233585" y="2416840"/>
              <a:ext cx="68400" cy="68400"/>
            </a:xfrm>
            <a:prstGeom prst="ellipse">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grpSp>
      <p:grpSp>
        <p:nvGrpSpPr>
          <p:cNvPr id="1977" name="Google Shape;1977;p38"/>
          <p:cNvGrpSpPr/>
          <p:nvPr/>
        </p:nvGrpSpPr>
        <p:grpSpPr>
          <a:xfrm>
            <a:off x="382264" y="2332649"/>
            <a:ext cx="288237" cy="70951"/>
            <a:chOff x="411700" y="2416840"/>
            <a:chExt cx="277873" cy="68400"/>
          </a:xfrm>
        </p:grpSpPr>
        <p:sp>
          <p:nvSpPr>
            <p:cNvPr id="1978" name="Google Shape;1978;p38"/>
            <p:cNvSpPr/>
            <p:nvPr/>
          </p:nvSpPr>
          <p:spPr>
            <a:xfrm>
              <a:off x="411700" y="2416840"/>
              <a:ext cx="68400" cy="68400"/>
            </a:xfrm>
            <a:prstGeom prst="ellipse">
              <a:avLst/>
            </a:prstGeom>
            <a:solidFill>
              <a:schemeClr val="accent3"/>
            </a:solidFill>
            <a:ln>
              <a:noFill/>
            </a:ln>
          </p:spPr>
          <p:txBody>
            <a:bodyPr anchorCtr="0" anchor="ctr" bIns="94825" lIns="94825" spcFirstLastPara="1" rIns="94825" wrap="square" tIns="94825">
              <a:noAutofit/>
            </a:bodyPr>
            <a:lstStyle/>
            <a:p>
              <a:pPr indent="0" lvl="0" marL="0" rtl="0" algn="ctr">
                <a:spcBef>
                  <a:spcPts val="0"/>
                </a:spcBef>
                <a:spcAft>
                  <a:spcPts val="0"/>
                </a:spcAft>
                <a:buNone/>
              </a:pPr>
              <a:r>
                <a:t/>
              </a:r>
              <a:endParaRPr sz="1452"/>
            </a:p>
          </p:txBody>
        </p:sp>
        <p:sp>
          <p:nvSpPr>
            <p:cNvPr id="1979" name="Google Shape;1979;p38"/>
            <p:cNvSpPr/>
            <p:nvPr/>
          </p:nvSpPr>
          <p:spPr>
            <a:xfrm>
              <a:off x="516436" y="2416840"/>
              <a:ext cx="68400" cy="68400"/>
            </a:xfrm>
            <a:prstGeom prst="ellipse">
              <a:avLst/>
            </a:prstGeom>
            <a:solidFill>
              <a:schemeClr val="accent5"/>
            </a:solidFill>
            <a:ln>
              <a:noFill/>
            </a:ln>
          </p:spPr>
          <p:txBody>
            <a:bodyPr anchorCtr="0" anchor="ctr" bIns="94825" lIns="94825" spcFirstLastPara="1" rIns="94825" wrap="square" tIns="94825">
              <a:noAutofit/>
            </a:bodyPr>
            <a:lstStyle/>
            <a:p>
              <a:pPr indent="0" lvl="0" marL="0" rtl="0" algn="ctr">
                <a:spcBef>
                  <a:spcPts val="0"/>
                </a:spcBef>
                <a:spcAft>
                  <a:spcPts val="0"/>
                </a:spcAft>
                <a:buNone/>
              </a:pPr>
              <a:r>
                <a:t/>
              </a:r>
              <a:endParaRPr sz="1452"/>
            </a:p>
          </p:txBody>
        </p:sp>
        <p:sp>
          <p:nvSpPr>
            <p:cNvPr id="1980" name="Google Shape;1980;p38"/>
            <p:cNvSpPr/>
            <p:nvPr/>
          </p:nvSpPr>
          <p:spPr>
            <a:xfrm>
              <a:off x="621173" y="2416840"/>
              <a:ext cx="68400" cy="68400"/>
            </a:xfrm>
            <a:prstGeom prst="ellipse">
              <a:avLst/>
            </a:prstGeom>
            <a:solidFill>
              <a:schemeClr val="accent4"/>
            </a:solidFill>
            <a:ln>
              <a:noFill/>
            </a:ln>
          </p:spPr>
          <p:txBody>
            <a:bodyPr anchorCtr="0" anchor="ctr" bIns="94825" lIns="94825" spcFirstLastPara="1" rIns="94825" wrap="square" tIns="94825">
              <a:noAutofit/>
            </a:bodyPr>
            <a:lstStyle/>
            <a:p>
              <a:pPr indent="0" lvl="0" marL="0" rtl="0" algn="ctr">
                <a:spcBef>
                  <a:spcPts val="0"/>
                </a:spcBef>
                <a:spcAft>
                  <a:spcPts val="0"/>
                </a:spcAft>
                <a:buNone/>
              </a:pPr>
              <a:r>
                <a:t/>
              </a:r>
              <a:endParaRPr sz="1452"/>
            </a:p>
          </p:txBody>
        </p:sp>
      </p:grpSp>
      <p:sp>
        <p:nvSpPr>
          <p:cNvPr id="1981" name="Google Shape;1981;p38"/>
          <p:cNvSpPr txBox="1"/>
          <p:nvPr>
            <p:ph idx="4" type="subTitle"/>
          </p:nvPr>
        </p:nvSpPr>
        <p:spPr>
          <a:xfrm>
            <a:off x="209775" y="2454900"/>
            <a:ext cx="4444500" cy="2384100"/>
          </a:xfrm>
          <a:prstGeom prst="rect">
            <a:avLst/>
          </a:prstGeom>
        </p:spPr>
        <p:txBody>
          <a:bodyPr anchorCtr="0" anchor="t" bIns="94825" lIns="94825" spcFirstLastPara="1" rIns="94825" wrap="square" tIns="94825">
            <a:spAutoFit/>
          </a:bodyPr>
          <a:lstStyle/>
          <a:p>
            <a:pPr indent="-338581" lvl="0" marL="512060" marR="0" rtl="0" algn="l">
              <a:lnSpc>
                <a:spcPct val="100000"/>
              </a:lnSpc>
              <a:spcBef>
                <a:spcPts val="0"/>
              </a:spcBef>
              <a:spcAft>
                <a:spcPts val="0"/>
              </a:spcAft>
              <a:buSzPts val="1300"/>
              <a:buFont typeface="Lexend Light"/>
              <a:buChar char="●"/>
            </a:pPr>
            <a:r>
              <a:rPr lang="en" sz="1300"/>
              <a:t>Object nodes can carry flexible semantic labels instead of relying only on a fixed class set.</a:t>
            </a:r>
            <a:endParaRPr sz="1300"/>
          </a:p>
          <a:p>
            <a:pPr indent="-338581" lvl="0" marL="512060" marR="0" rtl="0" algn="l">
              <a:lnSpc>
                <a:spcPct val="100000"/>
              </a:lnSpc>
              <a:spcBef>
                <a:spcPts val="0"/>
              </a:spcBef>
              <a:spcAft>
                <a:spcPts val="0"/>
              </a:spcAft>
              <a:buSzPts val="1300"/>
              <a:buFont typeface="Lexend Light"/>
              <a:buChar char="●"/>
            </a:pPr>
            <a:r>
              <a:rPr lang="en" sz="1300"/>
              <a:t>Stores objects and relations rather than dense geometry or all visual features.</a:t>
            </a:r>
            <a:endParaRPr sz="1300"/>
          </a:p>
          <a:p>
            <a:pPr indent="-338581" lvl="0" marL="512060" marR="0" rtl="0" algn="l">
              <a:lnSpc>
                <a:spcPct val="100000"/>
              </a:lnSpc>
              <a:spcBef>
                <a:spcPts val="0"/>
              </a:spcBef>
              <a:spcAft>
                <a:spcPts val="0"/>
              </a:spcAft>
              <a:buSzPts val="1300"/>
              <a:buFont typeface="Lexend Light"/>
              <a:buChar char="●"/>
            </a:pPr>
            <a:r>
              <a:rPr lang="en" sz="1300"/>
              <a:t>Nodes and edges make the representation easy to inspect and use for planning or VLM reasoning.</a:t>
            </a:r>
            <a:endParaRPr sz="1300"/>
          </a:p>
          <a:p>
            <a:pPr indent="-338581" lvl="0" marL="512060" marR="0" rtl="0" algn="l">
              <a:lnSpc>
                <a:spcPct val="100000"/>
              </a:lnSpc>
              <a:spcBef>
                <a:spcPts val="0"/>
              </a:spcBef>
              <a:spcAft>
                <a:spcPts val="0"/>
              </a:spcAft>
              <a:buSzPts val="1300"/>
              <a:buFont typeface="Lexend Light"/>
              <a:buChar char="●"/>
            </a:pPr>
            <a:r>
              <a:rPr lang="en" sz="1300"/>
              <a:t>Weakness: abstraction can lose geometric or visual detail, and construction errors can propagate into the graph.</a:t>
            </a:r>
            <a:endParaRPr b="1" sz="1300">
              <a:latin typeface="Arial"/>
              <a:ea typeface="Arial"/>
              <a:cs typeface="Arial"/>
              <a:sym typeface="Arial"/>
            </a:endParaRPr>
          </a:p>
          <a:p>
            <a:pPr indent="0" lvl="0" marL="0" rtl="0" algn="l">
              <a:lnSpc>
                <a:spcPct val="100000"/>
              </a:lnSpc>
              <a:spcBef>
                <a:spcPts val="0"/>
              </a:spcBef>
              <a:spcAft>
                <a:spcPts val="0"/>
              </a:spcAft>
              <a:buNone/>
            </a:pPr>
            <a:r>
              <a:t/>
            </a:r>
            <a:endParaRPr sz="1245"/>
          </a:p>
        </p:txBody>
      </p:sp>
      <p:sp>
        <p:nvSpPr>
          <p:cNvPr id="1982" name="Google Shape;1982;p38"/>
          <p:cNvSpPr txBox="1"/>
          <p:nvPr>
            <p:ph idx="5" type="subTitle"/>
          </p:nvPr>
        </p:nvSpPr>
        <p:spPr>
          <a:xfrm>
            <a:off x="4904050" y="2454900"/>
            <a:ext cx="3891900" cy="2460300"/>
          </a:xfrm>
          <a:prstGeom prst="rect">
            <a:avLst/>
          </a:prstGeom>
        </p:spPr>
        <p:txBody>
          <a:bodyPr anchorCtr="0" anchor="t" bIns="91425" lIns="91425" spcFirstLastPara="1" rIns="91425" wrap="square" tIns="91425">
            <a:spAutoFit/>
          </a:bodyPr>
          <a:lstStyle/>
          <a:p>
            <a:pPr indent="-341374" lvl="0" marL="512060" marR="0" rtl="0" algn="l">
              <a:lnSpc>
                <a:spcPct val="100000"/>
              </a:lnSpc>
              <a:spcBef>
                <a:spcPts val="0"/>
              </a:spcBef>
              <a:spcAft>
                <a:spcPts val="0"/>
              </a:spcAft>
              <a:buSzPts val="1344"/>
              <a:buFont typeface="Lexend Light"/>
              <a:buChar char="●"/>
            </a:pPr>
            <a:r>
              <a:rPr b="1" lang="en" sz="1344">
                <a:latin typeface="Lexend"/>
                <a:ea typeface="Lexend"/>
                <a:cs typeface="Lexend"/>
                <a:sym typeface="Lexend"/>
              </a:rPr>
              <a:t>3D Gaussian Memory:</a:t>
            </a:r>
            <a:r>
              <a:rPr lang="en" sz="1344"/>
              <a:t> Denser and more computationally expensive; semantic objects and relationships are embedded in continuous features, making direct lookup and reasoning harder. </a:t>
            </a:r>
            <a:endParaRPr sz="1344"/>
          </a:p>
          <a:p>
            <a:pPr indent="-341374" lvl="0" marL="512060" marR="0" rtl="0" algn="l">
              <a:lnSpc>
                <a:spcPct val="100000"/>
              </a:lnSpc>
              <a:spcBef>
                <a:spcPts val="0"/>
              </a:spcBef>
              <a:spcAft>
                <a:spcPts val="0"/>
              </a:spcAft>
              <a:buSzPts val="1344"/>
              <a:buFont typeface="Lexend Light"/>
              <a:buChar char="●"/>
            </a:pPr>
            <a:r>
              <a:rPr b="1" lang="en" sz="1344">
                <a:latin typeface="Lexend"/>
                <a:ea typeface="Lexend"/>
                <a:cs typeface="Lexend"/>
                <a:sym typeface="Lexend"/>
              </a:rPr>
              <a:t>Topological Maps:</a:t>
            </a:r>
            <a:r>
              <a:rPr lang="en" sz="1344"/>
              <a:t> Lightweight and effective for navigation, but mainly represent places and connectivity rather than detailed object identities and semantic relationships. </a:t>
            </a:r>
            <a:endParaRPr/>
          </a:p>
        </p:txBody>
      </p:sp>
      <p:sp>
        <p:nvSpPr>
          <p:cNvPr id="1983" name="Google Shape;1983;p38"/>
          <p:cNvSpPr txBox="1"/>
          <p:nvPr>
            <p:ph type="title"/>
          </p:nvPr>
        </p:nvSpPr>
        <p:spPr>
          <a:xfrm>
            <a:off x="209775" y="468575"/>
            <a:ext cx="7556400" cy="849600"/>
          </a:xfrm>
          <a:prstGeom prst="rect">
            <a:avLst/>
          </a:prstGeom>
        </p:spPr>
        <p:txBody>
          <a:bodyPr anchorCtr="0" anchor="t" bIns="91425" lIns="91425" spcFirstLastPara="1" rIns="91425" wrap="square" tIns="91425">
            <a:spAutoFit/>
          </a:bodyPr>
          <a:lstStyle/>
          <a:p>
            <a:pPr indent="0" lvl="0" marL="0" rtl="0" algn="l">
              <a:lnSpc>
                <a:spcPct val="90000"/>
              </a:lnSpc>
              <a:spcBef>
                <a:spcPts val="0"/>
              </a:spcBef>
              <a:spcAft>
                <a:spcPts val="0"/>
              </a:spcAft>
              <a:buClr>
                <a:schemeClr val="dk1"/>
              </a:buClr>
              <a:buSzPts val="1100"/>
              <a:buFont typeface="Arial"/>
              <a:buNone/>
            </a:pPr>
            <a:r>
              <a:rPr lang="en">
                <a:highlight>
                  <a:schemeClr val="lt2"/>
                </a:highlight>
              </a:rPr>
              <a:t>Related Works</a:t>
            </a:r>
            <a:endParaRPr>
              <a:highlight>
                <a:schemeClr val="lt2"/>
              </a:highlight>
            </a:endParaRPr>
          </a:p>
        </p:txBody>
      </p:sp>
      <p:sp>
        <p:nvSpPr>
          <p:cNvPr id="1984" name="Google Shape;1984;p38"/>
          <p:cNvSpPr/>
          <p:nvPr/>
        </p:nvSpPr>
        <p:spPr>
          <a:xfrm>
            <a:off x="364825" y="1371600"/>
            <a:ext cx="2191500" cy="802500"/>
          </a:xfrm>
          <a:prstGeom prst="roundRect">
            <a:avLst>
              <a:gd fmla="val 50000" name="adj"/>
            </a:avLst>
          </a:prstGeom>
          <a:solidFill>
            <a:schemeClr val="accent4"/>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Scene Graphs</a:t>
            </a:r>
            <a:endParaRPr sz="2400">
              <a:solidFill>
                <a:schemeClr val="dk1"/>
              </a:solidFill>
              <a:latin typeface="Lexend"/>
              <a:ea typeface="Lexend"/>
              <a:cs typeface="Lexend"/>
              <a:sym typeface="Lexend"/>
            </a:endParaRPr>
          </a:p>
        </p:txBody>
      </p:sp>
      <p:sp>
        <p:nvSpPr>
          <p:cNvPr id="1985" name="Google Shape;1985;p38"/>
          <p:cNvSpPr/>
          <p:nvPr/>
        </p:nvSpPr>
        <p:spPr>
          <a:xfrm>
            <a:off x="4828700" y="1368950"/>
            <a:ext cx="2191500" cy="802500"/>
          </a:xfrm>
          <a:prstGeom prst="roundRect">
            <a:avLst>
              <a:gd fmla="val 50000" name="adj"/>
            </a:avLst>
          </a:prstGeom>
          <a:solidFill>
            <a:schemeClr val="accent3"/>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rPr lang="en" sz="2400">
                <a:solidFill>
                  <a:schemeClr val="dk1"/>
                </a:solidFill>
                <a:latin typeface="Lexend"/>
                <a:ea typeface="Lexend"/>
                <a:cs typeface="Lexend"/>
                <a:sym typeface="Lexend"/>
              </a:rPr>
              <a:t>Other Memories</a:t>
            </a:r>
            <a:endParaRPr sz="2400">
              <a:solidFill>
                <a:schemeClr val="dk1"/>
              </a:solidFill>
              <a:latin typeface="Lexend"/>
              <a:ea typeface="Lexend"/>
              <a:cs typeface="Lexend"/>
              <a:sym typeface="Lexen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89" name="Shape 1989"/>
        <p:cNvGrpSpPr/>
        <p:nvPr/>
      </p:nvGrpSpPr>
      <p:grpSpPr>
        <a:xfrm>
          <a:off x="0" y="0"/>
          <a:ext cx="0" cy="0"/>
          <a:chOff x="0" y="0"/>
          <a:chExt cx="0" cy="0"/>
        </a:xfrm>
      </p:grpSpPr>
      <p:sp>
        <p:nvSpPr>
          <p:cNvPr id="1990" name="Google Shape;1990;p39"/>
          <p:cNvSpPr/>
          <p:nvPr/>
        </p:nvSpPr>
        <p:spPr>
          <a:xfrm>
            <a:off x="188275" y="1143000"/>
            <a:ext cx="4296600" cy="2546100"/>
          </a:xfrm>
          <a:prstGeom prst="roundRect">
            <a:avLst>
              <a:gd fmla="val 4803" name="adj"/>
            </a:avLst>
          </a:prstGeom>
          <a:solidFill>
            <a:schemeClr val="lt2"/>
          </a:solidFill>
          <a:ln>
            <a:noFill/>
          </a:ln>
          <a:effectLst>
            <a:outerShdw blurRad="57150" rotWithShape="0" algn="bl" dist="19050">
              <a:srgbClr val="000000">
                <a:alpha val="10000"/>
              </a:srgbClr>
            </a:outerShdw>
          </a:effectLst>
        </p:spPr>
        <p:txBody>
          <a:bodyPr anchorCtr="0" anchor="ctr" bIns="91425" lIns="91425" spcFirstLastPara="1" rIns="91425" wrap="square" tIns="91425">
            <a:noAutofit/>
          </a:bodyPr>
          <a:lstStyle/>
          <a:p>
            <a:pPr indent="0" lvl="0" marL="0" rtl="0" algn="ctr">
              <a:spcBef>
                <a:spcPts val="0"/>
              </a:spcBef>
              <a:spcAft>
                <a:spcPts val="0"/>
              </a:spcAft>
              <a:buNone/>
            </a:pPr>
            <a:r>
              <a:t/>
            </a:r>
            <a:endParaRPr sz="1300">
              <a:solidFill>
                <a:schemeClr val="dk1"/>
              </a:solidFill>
              <a:latin typeface="Lexend Light"/>
              <a:ea typeface="Lexend Light"/>
              <a:cs typeface="Lexend Light"/>
              <a:sym typeface="Lexend Light"/>
            </a:endParaRPr>
          </a:p>
        </p:txBody>
      </p:sp>
      <p:sp>
        <p:nvSpPr>
          <p:cNvPr id="1991" name="Google Shape;1991;p39"/>
          <p:cNvSpPr txBox="1"/>
          <p:nvPr>
            <p:ph type="title"/>
          </p:nvPr>
        </p:nvSpPr>
        <p:spPr>
          <a:xfrm>
            <a:off x="114300" y="236425"/>
            <a:ext cx="73401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highlight>
                  <a:schemeClr val="lt2"/>
                </a:highlight>
              </a:rPr>
              <a:t>Updated Objectives</a:t>
            </a:r>
            <a:endParaRPr>
              <a:solidFill>
                <a:schemeClr val="lt1"/>
              </a:solidFill>
              <a:highlight>
                <a:schemeClr val="lt2"/>
              </a:highlight>
            </a:endParaRPr>
          </a:p>
        </p:txBody>
      </p:sp>
      <p:pic>
        <p:nvPicPr>
          <p:cNvPr id="1992" name="Google Shape;1992;p39"/>
          <p:cNvPicPr preferRelativeResize="0"/>
          <p:nvPr/>
        </p:nvPicPr>
        <p:blipFill rotWithShape="1">
          <a:blip r:embed="rId3">
            <a:alphaModFix/>
          </a:blip>
          <a:srcRect b="0" l="50647" r="0" t="74360"/>
          <a:stretch/>
        </p:blipFill>
        <p:spPr>
          <a:xfrm>
            <a:off x="4925550" y="4284305"/>
            <a:ext cx="3680640" cy="849601"/>
          </a:xfrm>
          <a:prstGeom prst="rect">
            <a:avLst/>
          </a:prstGeom>
          <a:noFill/>
          <a:ln>
            <a:noFill/>
          </a:ln>
        </p:spPr>
      </p:pic>
      <p:pic>
        <p:nvPicPr>
          <p:cNvPr id="1993" name="Google Shape;1993;p39"/>
          <p:cNvPicPr preferRelativeResize="0"/>
          <p:nvPr/>
        </p:nvPicPr>
        <p:blipFill rotWithShape="1">
          <a:blip r:embed="rId3">
            <a:alphaModFix/>
          </a:blip>
          <a:srcRect b="0" l="0" r="50647" t="74360"/>
          <a:stretch/>
        </p:blipFill>
        <p:spPr>
          <a:xfrm>
            <a:off x="4925550" y="3393112"/>
            <a:ext cx="3680650" cy="849601"/>
          </a:xfrm>
          <a:prstGeom prst="rect">
            <a:avLst/>
          </a:prstGeom>
          <a:noFill/>
          <a:ln>
            <a:noFill/>
          </a:ln>
        </p:spPr>
      </p:pic>
      <p:pic>
        <p:nvPicPr>
          <p:cNvPr id="1994" name="Google Shape;1994;p39"/>
          <p:cNvPicPr preferRelativeResize="0"/>
          <p:nvPr/>
        </p:nvPicPr>
        <p:blipFill rotWithShape="1">
          <a:blip r:embed="rId3">
            <a:alphaModFix/>
          </a:blip>
          <a:srcRect b="26446" l="69142" r="0" t="38949"/>
          <a:stretch/>
        </p:blipFill>
        <p:spPr>
          <a:xfrm>
            <a:off x="2746963" y="3746063"/>
            <a:ext cx="1973975" cy="983651"/>
          </a:xfrm>
          <a:prstGeom prst="rect">
            <a:avLst/>
          </a:prstGeom>
          <a:noFill/>
          <a:ln>
            <a:noFill/>
          </a:ln>
        </p:spPr>
      </p:pic>
      <p:pic>
        <p:nvPicPr>
          <p:cNvPr id="1995" name="Google Shape;1995;p39"/>
          <p:cNvPicPr preferRelativeResize="0"/>
          <p:nvPr/>
        </p:nvPicPr>
        <p:blipFill rotWithShape="1">
          <a:blip r:embed="rId3">
            <a:alphaModFix/>
          </a:blip>
          <a:srcRect b="62276" l="68846" r="0" t="0"/>
          <a:stretch/>
        </p:blipFill>
        <p:spPr>
          <a:xfrm>
            <a:off x="641925" y="3746075"/>
            <a:ext cx="1900452" cy="1022526"/>
          </a:xfrm>
          <a:prstGeom prst="rect">
            <a:avLst/>
          </a:prstGeom>
          <a:noFill/>
          <a:ln>
            <a:noFill/>
          </a:ln>
        </p:spPr>
      </p:pic>
      <p:pic>
        <p:nvPicPr>
          <p:cNvPr id="1996" name="Google Shape;1996;p39"/>
          <p:cNvPicPr preferRelativeResize="0"/>
          <p:nvPr/>
        </p:nvPicPr>
        <p:blipFill rotWithShape="1">
          <a:blip r:embed="rId3">
            <a:alphaModFix/>
          </a:blip>
          <a:srcRect b="26702" l="0" r="32683" t="0"/>
          <a:stretch/>
        </p:blipFill>
        <p:spPr>
          <a:xfrm>
            <a:off x="4571998" y="1272826"/>
            <a:ext cx="4296653" cy="2078699"/>
          </a:xfrm>
          <a:prstGeom prst="rect">
            <a:avLst/>
          </a:prstGeom>
          <a:noFill/>
          <a:ln>
            <a:noFill/>
          </a:ln>
        </p:spPr>
      </p:pic>
      <p:sp>
        <p:nvSpPr>
          <p:cNvPr id="1997" name="Google Shape;1997;p39"/>
          <p:cNvSpPr txBox="1"/>
          <p:nvPr/>
        </p:nvSpPr>
        <p:spPr>
          <a:xfrm>
            <a:off x="372075" y="4692275"/>
            <a:ext cx="3951000" cy="3537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sz="800">
                <a:solidFill>
                  <a:schemeClr val="dk1"/>
                </a:solidFill>
                <a:latin typeface="Lexend Light"/>
                <a:ea typeface="Lexend Light"/>
                <a:cs typeface="Lexend Light"/>
                <a:sym typeface="Lexend Light"/>
              </a:rPr>
              <a:t>Photos adapted from: Gu, Q. et al. (2023).  ConceptGraphs: Open-Vocabulary 3D Scene Graphs for Perception and Planning.  arXiv:2309.16650.</a:t>
            </a:r>
            <a:endParaRPr i="1" sz="800">
              <a:solidFill>
                <a:schemeClr val="dk1"/>
              </a:solidFill>
              <a:latin typeface="Lexend Light"/>
              <a:ea typeface="Lexend Light"/>
              <a:cs typeface="Lexend Light"/>
              <a:sym typeface="Lexend Light"/>
            </a:endParaRPr>
          </a:p>
        </p:txBody>
      </p:sp>
      <p:sp>
        <p:nvSpPr>
          <p:cNvPr id="1998" name="Google Shape;1998;p39"/>
          <p:cNvSpPr txBox="1"/>
          <p:nvPr/>
        </p:nvSpPr>
        <p:spPr>
          <a:xfrm>
            <a:off x="311700" y="1272825"/>
            <a:ext cx="4059900" cy="1864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b="1" lang="en" sz="1000">
                <a:solidFill>
                  <a:schemeClr val="dk1"/>
                </a:solidFill>
                <a:latin typeface="Lexend"/>
                <a:ea typeface="Lexend"/>
                <a:cs typeface="Lexend"/>
                <a:sym typeface="Lexend"/>
              </a:rPr>
              <a:t>Failure analysis of </a:t>
            </a:r>
            <a:r>
              <a:rPr b="1" lang="en" sz="1000">
                <a:solidFill>
                  <a:schemeClr val="dk1"/>
                </a:solidFill>
                <a:latin typeface="Lexend"/>
                <a:ea typeface="Lexend"/>
                <a:cs typeface="Lexend"/>
                <a:sym typeface="Lexend"/>
              </a:rPr>
              <a:t>Concept Graphs</a:t>
            </a:r>
            <a:r>
              <a:rPr b="1" lang="en" sz="1000">
                <a:solidFill>
                  <a:schemeClr val="dk1"/>
                </a:solidFill>
                <a:latin typeface="Lexend"/>
                <a:ea typeface="Lexend"/>
                <a:cs typeface="Lexend"/>
                <a:sym typeface="Lexend"/>
              </a:rPr>
              <a:t> scene construction</a:t>
            </a:r>
            <a:endParaRPr b="1" sz="1000">
              <a:solidFill>
                <a:schemeClr val="dk1"/>
              </a:solidFill>
              <a:latin typeface="Lexend"/>
              <a:ea typeface="Lexend"/>
              <a:cs typeface="Lexend"/>
              <a:sym typeface="Lexend"/>
            </a:endParaRPr>
          </a:p>
          <a:p>
            <a:pPr indent="-273050" lvl="0" marL="457200" rtl="0" algn="l">
              <a:lnSpc>
                <a:spcPct val="115000"/>
              </a:lnSpc>
              <a:spcBef>
                <a:spcPts val="0"/>
              </a:spcBef>
              <a:spcAft>
                <a:spcPts val="0"/>
              </a:spcAft>
              <a:buClr>
                <a:schemeClr val="dk1"/>
              </a:buClr>
              <a:buSzPts val="700"/>
              <a:buChar char="●"/>
            </a:pPr>
            <a:r>
              <a:rPr lang="en" sz="1000">
                <a:solidFill>
                  <a:schemeClr val="dk1"/>
                </a:solidFill>
                <a:latin typeface="Lexend Light"/>
                <a:ea typeface="Lexend Light"/>
                <a:cs typeface="Lexend Light"/>
                <a:sym typeface="Lexend Light"/>
              </a:rPr>
              <a:t>Study how sequential RGB-D + 6-DoF observations become object nodes and relationships.</a:t>
            </a:r>
            <a:endParaRPr sz="1000">
              <a:solidFill>
                <a:schemeClr val="dk1"/>
              </a:solidFill>
              <a:latin typeface="Lexend Light"/>
              <a:ea typeface="Lexend Light"/>
              <a:cs typeface="Lexend Light"/>
              <a:sym typeface="Lexend Light"/>
            </a:endParaRPr>
          </a:p>
          <a:p>
            <a:pPr indent="-273050" lvl="0" marL="457200" rtl="0" algn="l">
              <a:lnSpc>
                <a:spcPct val="115000"/>
              </a:lnSpc>
              <a:spcBef>
                <a:spcPts val="0"/>
              </a:spcBef>
              <a:spcAft>
                <a:spcPts val="0"/>
              </a:spcAft>
              <a:buClr>
                <a:schemeClr val="dk1"/>
              </a:buClr>
              <a:buSzPts val="700"/>
              <a:buChar char="●"/>
            </a:pPr>
            <a:r>
              <a:rPr lang="en" sz="1000">
                <a:solidFill>
                  <a:schemeClr val="dk1"/>
                </a:solidFill>
                <a:latin typeface="Lexend Light"/>
                <a:ea typeface="Lexend Light"/>
                <a:cs typeface="Lexend Light"/>
                <a:sym typeface="Lexend Light"/>
              </a:rPr>
              <a:t>Identify failures in detection, multi-view association, object merging/splitting, localization, and edge construction.</a:t>
            </a:r>
            <a:endParaRPr sz="1000">
              <a:solidFill>
                <a:schemeClr val="dk1"/>
              </a:solidFill>
              <a:latin typeface="Lexend Light"/>
              <a:ea typeface="Lexend Light"/>
              <a:cs typeface="Lexend Light"/>
              <a:sym typeface="Lexend Light"/>
            </a:endParaRPr>
          </a:p>
          <a:p>
            <a:pPr indent="-273050" lvl="0" marL="457200" rtl="0" algn="l">
              <a:lnSpc>
                <a:spcPct val="115000"/>
              </a:lnSpc>
              <a:spcBef>
                <a:spcPts val="0"/>
              </a:spcBef>
              <a:spcAft>
                <a:spcPts val="0"/>
              </a:spcAft>
              <a:buClr>
                <a:schemeClr val="dk1"/>
              </a:buClr>
              <a:buSzPts val="700"/>
              <a:buChar char="●"/>
            </a:pPr>
            <a:r>
              <a:rPr lang="en" sz="1000">
                <a:solidFill>
                  <a:schemeClr val="dk1"/>
                </a:solidFill>
                <a:latin typeface="Lexend Light"/>
                <a:ea typeface="Lexend Light"/>
                <a:cs typeface="Lexend Light"/>
                <a:sym typeface="Lexend Light"/>
              </a:rPr>
              <a:t>Determine what semantic/spatial information is lost during graph construction.</a:t>
            </a:r>
            <a:endParaRPr sz="1000">
              <a:solidFill>
                <a:schemeClr val="dk1"/>
              </a:solidFill>
              <a:latin typeface="Lexend Light"/>
              <a:ea typeface="Lexend Light"/>
              <a:cs typeface="Lexend Light"/>
              <a:sym typeface="Lexend Light"/>
            </a:endParaRPr>
          </a:p>
          <a:p>
            <a:pPr indent="0" lvl="0" marL="0" rtl="0" algn="l">
              <a:lnSpc>
                <a:spcPct val="115000"/>
              </a:lnSpc>
              <a:spcBef>
                <a:spcPts val="0"/>
              </a:spcBef>
              <a:spcAft>
                <a:spcPts val="0"/>
              </a:spcAft>
              <a:buClr>
                <a:schemeClr val="dk1"/>
              </a:buClr>
              <a:buSzPts val="1100"/>
              <a:buFont typeface="Arial"/>
              <a:buNone/>
            </a:pPr>
            <a:r>
              <a:rPr b="1" lang="en" sz="1000">
                <a:solidFill>
                  <a:schemeClr val="dk1"/>
                </a:solidFill>
                <a:latin typeface="Lexend"/>
                <a:ea typeface="Lexend"/>
                <a:cs typeface="Lexend"/>
                <a:sym typeface="Lexend"/>
              </a:rPr>
              <a:t>Measure how construction failures affect querying</a:t>
            </a:r>
            <a:endParaRPr b="1" sz="1000">
              <a:solidFill>
                <a:schemeClr val="dk1"/>
              </a:solidFill>
              <a:latin typeface="Lexend"/>
              <a:ea typeface="Lexend"/>
              <a:cs typeface="Lexend"/>
              <a:sym typeface="Lexend"/>
            </a:endParaRPr>
          </a:p>
          <a:p>
            <a:pPr indent="-273050" lvl="0" marL="457200" rtl="0" algn="l">
              <a:lnSpc>
                <a:spcPct val="115000"/>
              </a:lnSpc>
              <a:spcBef>
                <a:spcPts val="0"/>
              </a:spcBef>
              <a:spcAft>
                <a:spcPts val="0"/>
              </a:spcAft>
              <a:buClr>
                <a:schemeClr val="dk1"/>
              </a:buClr>
              <a:buSzPts val="700"/>
              <a:buChar char="●"/>
            </a:pPr>
            <a:r>
              <a:rPr lang="en" sz="1000">
                <a:solidFill>
                  <a:schemeClr val="dk1"/>
                </a:solidFill>
                <a:latin typeface="Lexend Light"/>
                <a:ea typeface="Lexend Light"/>
                <a:cs typeface="Lexend Light"/>
                <a:sym typeface="Lexend Light"/>
              </a:rPr>
              <a:t>Design queries that depend on objects and relationships in the constructed graph.</a:t>
            </a:r>
            <a:endParaRPr sz="1000">
              <a:solidFill>
                <a:schemeClr val="dk1"/>
              </a:solidFill>
              <a:latin typeface="Lexend Light"/>
              <a:ea typeface="Lexend Light"/>
              <a:cs typeface="Lexend Light"/>
              <a:sym typeface="Lexend Light"/>
            </a:endParaRPr>
          </a:p>
          <a:p>
            <a:pPr indent="-273050" lvl="0" marL="457200" rtl="0" algn="l">
              <a:lnSpc>
                <a:spcPct val="115000"/>
              </a:lnSpc>
              <a:spcBef>
                <a:spcPts val="0"/>
              </a:spcBef>
              <a:spcAft>
                <a:spcPts val="0"/>
              </a:spcAft>
              <a:buClr>
                <a:schemeClr val="dk1"/>
              </a:buClr>
              <a:buSzPts val="700"/>
              <a:buChar char="●"/>
            </a:pPr>
            <a:r>
              <a:rPr lang="en" sz="1000">
                <a:solidFill>
                  <a:schemeClr val="dk1"/>
                </a:solidFill>
                <a:latin typeface="Lexend Light"/>
                <a:ea typeface="Lexend Light"/>
                <a:cs typeface="Lexend Light"/>
                <a:sym typeface="Lexend Light"/>
              </a:rPr>
              <a:t>Relate specific construction errors to downstream scene-understanding failures.</a:t>
            </a:r>
            <a:endParaRPr sz="700">
              <a:solidFill>
                <a:schemeClr val="dk1"/>
              </a:solidFill>
            </a:endParaRPr>
          </a:p>
          <a:p>
            <a:pPr indent="0" lvl="0" marL="0" rtl="0" algn="l">
              <a:spcBef>
                <a:spcPts val="0"/>
              </a:spcBef>
              <a:spcAft>
                <a:spcPts val="0"/>
              </a:spcAft>
              <a:buNone/>
            </a:pPr>
            <a:r>
              <a:t/>
            </a:r>
            <a:endParaRPr sz="1000">
              <a:solidFill>
                <a:schemeClr val="dk1"/>
              </a:solidFill>
              <a:latin typeface="Lexend Light"/>
              <a:ea typeface="Lexend Light"/>
              <a:cs typeface="Lexend Light"/>
              <a:sym typeface="Lexend Light"/>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2" name="Shape 2002"/>
        <p:cNvGrpSpPr/>
        <p:nvPr/>
      </p:nvGrpSpPr>
      <p:grpSpPr>
        <a:xfrm>
          <a:off x="0" y="0"/>
          <a:ext cx="0" cy="0"/>
          <a:chOff x="0" y="0"/>
          <a:chExt cx="0" cy="0"/>
        </a:xfrm>
      </p:grpSpPr>
      <p:sp>
        <p:nvSpPr>
          <p:cNvPr id="2003" name="Google Shape;2003;p40"/>
          <p:cNvSpPr txBox="1"/>
          <p:nvPr>
            <p:ph type="title"/>
          </p:nvPr>
        </p:nvSpPr>
        <p:spPr>
          <a:xfrm>
            <a:off x="209775" y="468575"/>
            <a:ext cx="7928400" cy="8496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highlight>
                  <a:schemeClr val="lt2"/>
                </a:highlight>
              </a:rPr>
              <a:t>Thank you for listening</a:t>
            </a:r>
            <a:r>
              <a:rPr lang="en"/>
              <a:t>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Get To Know Me">
  <a:themeElements>
    <a:clrScheme name="Simple Light">
      <a:dk1>
        <a:srgbClr val="000000"/>
      </a:dk1>
      <a:lt1>
        <a:srgbClr val="4F4F4F"/>
      </a:lt1>
      <a:dk2>
        <a:srgbClr val="E7E7E7"/>
      </a:dk2>
      <a:lt2>
        <a:srgbClr val="FFFFFF"/>
      </a:lt2>
      <a:accent1>
        <a:srgbClr val="F4F2F2"/>
      </a:accent1>
      <a:accent2>
        <a:srgbClr val="119BFE"/>
      </a:accent2>
      <a:accent3>
        <a:srgbClr val="FF6B4D"/>
      </a:accent3>
      <a:accent4>
        <a:srgbClr val="28C840"/>
      </a:accent4>
      <a:accent5>
        <a:srgbClr val="FFC600"/>
      </a:accent5>
      <a:accent6>
        <a:srgbClr val="CCCCCC"/>
      </a:accent6>
      <a:hlink>
        <a:srgbClr val="E2AFDE"/>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